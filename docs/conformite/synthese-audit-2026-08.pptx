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</c:v>
                </c:pt>
              </c:strCache>
            </c:strRef>
          </c:tx>
          <c:spPr>
            <a:solidFill>
              <a:srgbClr val="1F7A5C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Critiques</c:v>
                  </c:pt>
                  <c:pt idx="1">
                    <c:v>Élevés</c:v>
                  </c:pt>
                  <c:pt idx="2">
                    <c:v>Moyens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Socle en place</c:v>
                </c:pt>
              </c:strCache>
            </c:strRef>
          </c:tx>
          <c:spPr>
            <a:solidFill>
              <a:srgbClr val="B07A1E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Critiques</c:v>
                  </c:pt>
                  <c:pt idx="1">
                    <c:v>Élevés</c:v>
                  </c:pt>
                  <c:pt idx="2">
                    <c:v>Moyens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 cours</c:v>
                </c:pt>
              </c:strCache>
            </c:strRef>
          </c:tx>
          <c:spPr>
            <a:solidFill>
              <a:srgbClr val="9B2C2C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Critiques</c:v>
                  </c:pt>
                  <c:pt idx="1">
                    <c:v>Élevés</c:v>
                  </c:pt>
                  <c:pt idx="2">
                    <c:v>Moyens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;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b"/>
        <c:majorGridlines>
          <c:spPr>
            <a:ln w="1270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synthèse destiné aux clients entreprises. L’audit du 13 août 2026 a relevé 15 manquements (2 critiques, 7 élevés, 6 moyens). Au 19 août : 12 clos, 1 au socle en place (mentions légales, activation à l’immatriculation), 2 en cours (suivi d’activité, documentation juridique).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 constat critique ni élevé ne reste ouvert sur la sécurité technique. Les deux points en cours relèvent de la documentation et de l’information des salariés.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quatre renforcements datent du 19 août 2026. Ils ne figuraient pas dans l’audit.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et protection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Quantinvo — bilan de l’audit du 13 août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37307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synthèse à l’usage de nos clients entreprises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Devkaylab · état au 19 août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0" y="16002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784080" y="1600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relevés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28346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5FD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784080" y="2834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40690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E8B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784080" y="4069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démarche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audit volontaire, mené avant toute mise en service à grande échelle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12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Quantinvo traite des données de salariés — qui compte quoi, où et quand. Nous avons voulu savoir ce que le produit faisait réellement, avant de le proposer largement.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965960"/>
            <a:ext cx="502920" cy="502920"/>
          </a:xfrm>
          <a:prstGeom prst="ellipse">
            <a:avLst/>
          </a:prstGeom>
          <a:solidFill>
            <a:srgbClr val="12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6008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36008" y="301752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mobile, tableau de bord web, base de données et ses règles d’accès, sous-traitants, documents obligatoires et information des personnes.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965960"/>
            <a:ext cx="502920" cy="502920"/>
          </a:xfrm>
          <a:prstGeom prst="ellipse">
            <a:avLst/>
          </a:prstGeom>
          <a:solidFill>
            <a:srgbClr val="12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57616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57616" y="301752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du code et du schéma de la base, ligne par ligne — pas un questionnaire déclaratif. Chaque constat a été reproduit avant d’être corrigé, puis vérifié après correction.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L’audit a été conduit sur notre initiative, sans obligation réglementaire ni incident déclencheur.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nous en sommes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15 constats, par gravité et par état au 19 août 2026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883664"/>
            <a:ext cx="201168" cy="201168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1000" y="21305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Corrigé, vérifié, et protégé par un test automatique qui fait échouer toute régression.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80960" y="3026664"/>
            <a:ext cx="201168" cy="201168"/>
          </a:xfrm>
          <a:prstGeom prst="ellipse">
            <a:avLst/>
          </a:prstGeom>
          <a:solidFill>
            <a:srgbClr val="B07A1E"/>
          </a:solidFill>
          <a:ln w="12700">
            <a:solidFill>
              <a:srgbClr val="B07A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971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en place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32735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des mentions légales existe ; son activation attend l’immatriculation de l’activité éditrice.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4169664"/>
            <a:ext cx="201168" cy="201168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01000" y="44165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d’activité des équipes et documentation juridique — détail en fin de document.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est responsable de quoi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que pose tout service juridique — voici la réponse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Vous, entreprise cliente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de traitement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709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d’inventaire : comptages, audits, activité des équipes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décidez des finalités, des durées et de la base légale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informez vos salariés et consultez votre CSE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l’interlocuteur de vos salariés pour leurs droits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Devkaylab, éditeur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Sous-traitant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709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traitons ces données sur vos seules instructions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assurons la sécurité technique et le cloisonnement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vous alertons sans délai en cas de violation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restons responsables pour nos propres données de relation client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répartition se formalise par un contrat de sous-traitance (article 28 du RGPD) : les clauses sont rédigées et vous sont remises sur demande ; leur relecture juridique est en cours.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constats critiques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deux corrigés, vérifiés et sous test automatique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" cy="530352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en direct n’était pas cloisonné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canaux de suivi temps réel ne vérifiaient aucune autorisation à l’abonnement : techniquement, l’activité d’un inventaire pouvait être écoutée depuis l’extérieur de l’équipe.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67004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privés des deux côtés, et autorisation vérifiée par la base au moment de l’abonnement — plus seulement par l’application.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530352" cy="530352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3566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failles connues dans la lecture des fichiers Excel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17320" y="39776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bibliothèque qui lit vos fichiers d’articles et de stock portait deux vulnérabilités publiées, sans version corrigée disponible sur le canal habituel.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459028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officielle corrigée récupérée à la source et figée dans le projet. Les deux failles ont disparu des contrôles de sécurité, un test empêche tout retour en arrière.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trace d’exploitation n’a été relevée : ces constats portaient sur des possibilités, non sur des incidents.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de gravité élevée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constats — 5 clos, 1 au socle en place, 1 en cours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16276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Effacement des comptes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d’un compte échouait après un comptage.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627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23113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Durées de conservation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23113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durée posée ni outillée.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0" y="22311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402336" cy="402336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7008" y="28346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d’activité des salariés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8346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nominatif ni documenté ni annoncé.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2834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438144"/>
            <a:ext cx="402336" cy="402336"/>
          </a:xfrm>
          <a:prstGeom prst="ellipse">
            <a:avLst/>
          </a:prstGeom>
          <a:solidFill>
            <a:srgbClr val="B07A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343814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légales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43814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n’identifiait pas son éditeur.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34381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en place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041648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40416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confidentialité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404164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Sous-traitants et transferts non déclarés.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40416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645152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07008" y="46451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de la politique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46451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L’adresse publiée était introuvable.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46451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248656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07008" y="52486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des mots de passe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06240" y="52486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trop bas pour un mot de passe seul.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52486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: la page existe et se remplit depuis un seul fichier ; elle reste discrète tant que l’activité éditrice n’est pas immatriculée — une identification incomplète ne vaut pas mieux qu’aucune page.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de gravité moyenne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constats — 5 clos, 1 en cours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16916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de sécurité du site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6916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en-tête : réglages navigateur permissifs.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691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3500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d’invitation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35000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Permettait de tester l’existence d’une adresse.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0" y="23500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008376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7008" y="30083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publics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300837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distinctes servant d’oracle ; aucune limite.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30083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666744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3666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actions admin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66674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journal : qui a fait quoi restait inconnu.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36667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402336" cy="402336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43251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et contrat de sous-traitance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43251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obligatoires non établis.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43251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402336" cy="402336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07008" y="49834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des droits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498348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pour accéder à ses données.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49834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correction est accompagnée d’un test automatique : réintroduire le défaut fait échouer la suite avant toute mise en ligne.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Au-delà de l’audit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Renforcements décidés depuis, sans qu’aucun constat ne les impose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84248"/>
            <a:ext cx="457200" cy="457200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9476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session ne survit plus au navigateur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23774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 le navigateur déconnecte. Indispensable sur les postes partagés d’un magasin, où la session précédente restait ouverte.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84248"/>
            <a:ext cx="457200" cy="457200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0" y="19476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authentification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2320" y="23774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à usage unique en plus du mot de passe. Exigé par le serveur lui-même pour toute action d’administration, pas seulement par l’interface.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50208"/>
            <a:ext cx="457200" cy="457200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9136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renforcés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08760" y="43434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caractères, majuscule, minuscule, chiffre et symbole. Les mots de passe présents dans des fuites connues sont refusés.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950208"/>
            <a:ext cx="457200" cy="457200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39136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autonome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2320" y="43434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« mot de passe oublié » complet, sans divulguer si une adresse correspond à un compte existant.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vivent vos données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Hébergement, prestataires et transferts — déclarés sans exception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Irlande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données, comptes et suivi en direct, hébergés dans l’Union européenne (région eu-west-1).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89320" y="164592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sous-traitants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89320" y="2057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35240" y="20574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données, comptes, temps réel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24963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35240" y="24963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du site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29352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29352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Courriers électroniques de 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33741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33741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Acheminement des notifications mobiles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traceur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13308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cookie publicitaire ni mesure d’audience. Aucun bandeau à afficher à vos salariés.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61688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Cloisonnement en 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61688" y="413308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droits sont appliqués ligne par ligne par la base de données, pas seulement par l’application.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83296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: 72 heures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83296" y="413308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écrite. Sur vos données d’inventaire, nous vous alertons sans délai — c’est vous qui notifiez la CNIL.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prestataires établis hors de l’Union européenne, et les transferts qui en découlent, sont nommés dans notre politique de confidentialité et dans notre registre des traitements.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en cours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chantiers ouverts, et ce qu’ils changent pour vous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82496"/>
            <a:ext cx="530352" cy="530352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d’activité des équipes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03720" y="16733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 et documenté · arbitrages ouverts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un inventaire, le superviseur voit qui est connecté, sur quelle zone et dans quel mode. C’est un suivi nominatif de salariés : il est désormais décrit dans notre politique et analysé par écrit. Restent l’information des salariés, la consultation du CSE et l’analyse d’impact — actes qui vous reviennent, et pour lesquels nous fournissons une note type.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1732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— </a:t>
            </a:r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produit à l’étude : retirer le signal « application au premier plan », le plus intrusif et le seul qui ne serve pas à l’inventaire.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831336"/>
            <a:ext cx="530352" cy="530352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juridique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03720" y="38221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Rédigée · relecture juridique à venir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1732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registre des traitements (huit traitements, établis en relisant le code) et les clauses de sous-traitance de l’article 28 sont écrits et disponibles. Ils n’ont pas encore été relus par un conseil juridique, et ne sont donc pas opposables en l’état à un tiers.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1732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— </a:t>
            </a:r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prévue avant la première mise en service contractuelle.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6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de ces deux points ne porte sur la sécurité technique du produit.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vous revient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traitement, vous avez trois actes à poser avant le premier inventaire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2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08760" y="1764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 vos salariés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21671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observé pendant un inventaire, pourquoi, et pendant combien de temps. Nous vous remettons une note type, à adapter et à diffuser.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12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3090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votre CSE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34930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permettant de suivre l’activité des salariés relève de l’information-consultation du comité social et économique.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122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4416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l’analyse d’impact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48188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suivi étant systématique et portant sur des salariés, une analyse d’impact (AIPD) est probablement requise. Notre analyse écrite vous sert de point de départ.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4F6F8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6235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fournissons les documents ; la décision et la diffusion vous appartiennent, parce que vous seul déterminez la finalité du traitement.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questions, nos réponses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demandent le plus souvent les services juridiques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664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données sortent-elles de l’Union européenne 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1488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est en Irlande. Certains prestataires sont établis aux États-Unis ; tous sont nommés dans notre politique.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12280" y="1664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magasin peut-il voir les inventaires d’un autre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21488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Non. Le cloisonnement est appliqué par la base de données ligne par ligne, indépendamment de l’application.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1272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Utilisez-vous des cookies ou du traçage 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6118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Aucun. Ni mesure d’audience, ni publicité, ni bandeau de consentement.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315468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31272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en cas de violation de données 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6118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écrite. Nous vous alertons sans délai ; sur vos données, c’est vous qui notifiez la CNIL sous 72 heures.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5902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salarié peut-il récupérer ou effacer ses données 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5074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: export en un clic depuis son compte, et suppression sur demande — les comptages sont alors anonymisés, pas détruits.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4617720"/>
            <a:ext cx="384048" cy="384048"/>
          </a:xfrm>
          <a:prstGeom prst="ellipse">
            <a:avLst/>
          </a:prstGeom>
          <a:solidFill>
            <a:srgbClr val="1F7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45902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devient notre inventaire si nous partons 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5074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rapports restent exportables en Excel et CSV à tout moment, sans intervention de notre part.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engagement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414016"/>
            <a:ext cx="182880" cy="182880"/>
          </a:xfrm>
          <a:prstGeom prst="ellipse">
            <a:avLst/>
          </a:prstGeom>
          <a:solidFill>
            <a:srgbClr val="5FD3A6"/>
          </a:solidFill>
          <a:ln w="12700">
            <a:solidFill>
              <a:srgbClr val="5FD3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3317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correction est protégée par un test automatique : un défaut réintroduit fait échouer la mise en ligne.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82696"/>
            <a:ext cx="182880" cy="182880"/>
          </a:xfrm>
          <a:prstGeom prst="ellipse">
            <a:avLst/>
          </a:prstGeom>
          <a:solidFill>
            <a:srgbClr val="5FD3A6"/>
          </a:solidFill>
          <a:ln w="12700">
            <a:solidFill>
              <a:srgbClr val="5FD3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200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n’est pas fait est écrit noir sur blanc, dans ce document comme dans notre politique de confidentialité.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151376"/>
            <a:ext cx="182880" cy="182880"/>
          </a:xfrm>
          <a:prstGeom prst="ellipse">
            <a:avLst/>
          </a:prstGeom>
          <a:solidFill>
            <a:srgbClr val="5FD3A6"/>
          </a:solidFill>
          <a:ln w="12700">
            <a:solidFill>
              <a:srgbClr val="5FD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69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documentation de conformité est tenue à jour à chaque évolution du produit, et peut vous être remise.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532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Devkaylab · éditeur de Quantinvo · devkaylab@gmail.com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interne à vocation d’information — ne se substitue pas à un avis juridique.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09760" y="21945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B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19.08</a:t>
            </a:r>
            <a:endParaRPr lang="en-US" sz="4000" dirty="0"/>
          </a:p>
          <a:p>
            <a:pPr algn="r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B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Devkaylab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Quantinvo — Sécurité et protection des données</dc:title>
  <dc:subject>PptxGenJS Presentation</dc:subject>
  <dc:creator>Devkaylab</dc:creator>
  <cp:lastModifiedBy>Devkaylab</cp:lastModifiedBy>
  <cp:revision>1</cp:revision>
  <dcterms:created xsi:type="dcterms:W3CDTF">2026-08-19T12:55:33Z</dcterms:created>
  <dcterms:modified xsi:type="dcterms:W3CDTF">2026-08-19T12:55:33Z</dcterms:modified>
</cp:coreProperties>
</file>
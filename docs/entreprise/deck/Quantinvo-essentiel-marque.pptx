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vraie question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chivo" pitchFamily="34" charset="0"/>
                <a:ea typeface="Archivo" pitchFamily="34" charset="-122"/>
                <a:cs typeface="Archivo"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Le matériel.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Les heures.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La réconciliation.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Le plafond invisible.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c’est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Face à face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Public Sans" pitchFamily="34" charset="0"/>
                <a:ea typeface="Public Sans" pitchFamily="34" charset="-122"/>
                <a:cs typeface="Public Sans"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Public Sans" pitchFamily="34" charset="0"/>
                <a:ea typeface="Public Sans" pitchFamily="34" charset="-122"/>
                <a:cs typeface="Public Sans"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2E5E1"/>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2E5E1"/>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2E5E1"/>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2E5E1"/>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2E5E1"/>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2E5E1"/>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Public Sans" pitchFamily="34" charset="0"/>
                <a:ea typeface="Public Sans" pitchFamily="34" charset="-122"/>
                <a:cs typeface="Public Sans"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Public Sans" pitchFamily="34" charset="0"/>
                <a:ea typeface="Public Sans" pitchFamily="34" charset="-122"/>
                <a:cs typeface="Public Sans"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14181A"/>
                </a:solidFill>
                <a:latin typeface="Archivo" pitchFamily="34" charset="0"/>
                <a:ea typeface="Archivo" pitchFamily="34" charset="-122"/>
                <a:cs typeface="Archivo"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prix</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Shape 24"/>
          <p:cNvSpPr/>
          <p:nvPr/>
        </p:nvSpPr>
        <p:spPr>
          <a:xfrm>
            <a:off x="731520" y="5257800"/>
            <a:ext cx="10725912" cy="868680"/>
          </a:xfrm>
          <a:prstGeom prst="roundRect">
            <a:avLst>
              <a:gd name="adj" fmla="val 4211"/>
            </a:avLst>
          </a:prstGeom>
          <a:solidFill>
            <a:srgbClr val="F2F3F1"/>
          </a:solidFill>
          <a:ln w="12700">
            <a:solidFill>
              <a:srgbClr val="F2F3F1"/>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honnête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Il encaisse les chocs.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La batterie tient la journée entière.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Une flotte déjà amortie ne coûte plus rien.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3636"/>
            </a:avLst>
          </a:prstGeom>
          <a:solidFill>
            <a:srgbClr val="E7EDE9"/>
          </a:solidFill>
          <a:ln w="12700">
            <a:solidFill>
              <a:srgbClr val="E7EDE9"/>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L'inventaire fiscal certifié.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Une connexion à votre ERP.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Android sur les boutiques.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La connexion par votre annuaire.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2026-09-09T21:04:18Z</dcterms:created>
  <dcterms:modified xsi:type="dcterms:W3CDTF">2026-09-09T21:04:18Z</dcterms:modified>
</cp:coreProperties>
</file>
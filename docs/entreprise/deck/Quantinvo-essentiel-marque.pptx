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vraie question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Les heures.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Le plafond invisible.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c’est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Face à face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3E6EE"/>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3E6EE"/>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3E6EE"/>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3E6EE"/>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3E6EE"/>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3E6EE"/>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Inter" pitchFamily="34" charset="0"/>
                <a:ea typeface="Inter" pitchFamily="34" charset="-122"/>
                <a:cs typeface="Inter"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Inter" pitchFamily="34" charset="0"/>
                <a:ea typeface="Inter" pitchFamily="34" charset="-122"/>
                <a:cs typeface="Inter"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3E6EE"/>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4636B0"/>
                </a:solidFill>
                <a:latin typeface="Sora" pitchFamily="34" charset="0"/>
                <a:ea typeface="Sora" pitchFamily="34" charset="-122"/>
                <a:cs typeface="Sora"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prix</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8421"/>
            </a:avLst>
          </a:prstGeom>
          <a:solidFill>
            <a:srgbClr val="F4F5F9"/>
          </a:solidFill>
          <a:ln w="12700">
            <a:solidFill>
              <a:srgbClr val="F4F5F9"/>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honnête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Il encaisse les chocs.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batterie tient la journée entière.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Une flotte déjà amortie ne coûte plus rien.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7273"/>
            </a:avLst>
          </a:prstGeom>
          <a:solidFill>
            <a:srgbClr val="EEEEFC"/>
          </a:solidFill>
          <a:ln w="12700">
            <a:solidFill>
              <a:srgbClr val="EEEEFC"/>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2026-09-02T16:51:30Z</dcterms:created>
  <dcterms:modified xsi:type="dcterms:W3CDTF">2026-09-02T16:51:30Z</dcterms:modified>
</cp:coreProperties>
</file>
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dix pages. Ce deck s'adresse à quelqu'un qui a déjà une solution d'inventaire, ou qui vient d'en faire chiffrer une. Ouvrir sur ce qui disparaît — la flotte — pas sur nos fonctionnalités.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un prix concurrent, même si le prospect en donne un : on parle de postes de coût, pas de montants. Si on nous donne un chiffre, on écoute et on n'y ajoute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prises sur un compte d'essai. Ne pas les commenter une par une : dire « c'est tout », et laisser regarder.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trois lignes, pas les six. La quatrième — la réconciliation — est celle qui parle le plus à quelqu'un qui fait le travail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du suivi agrégé parle aux RH et au CSE. Le placer ici évite qu'il revienne en objection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consolidation manuelle est le poste le plus détesté du métier, et le plus invisible dans un devis. C'est notre meilleur argument devant quelqu'un qui la fait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mensuel. L'annuel économise 300 € sur Advanced. Et surtout : comparer au budget d'inventaire complet — prestataire, matériel, heures — jamais à un abonnement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décisive devant quelqu'un qui connaît déjà le concurrent. Dire les trois limites franchement fait gagner plus de crédit que n'importe quel argument de vente.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sauter cette page pour gagner deux minutes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un essai que le prospect peut accepter sans engager personne. Ce n'est pas nous qui comptons pendant la démonstration : ce sont ses équipes. S'ils y arrivent, la démonstration est 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L'essentiel en dix pages</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Le même inventaire, sans la flotte de terminaux.</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Vos équipes comptent avec le téléphone qu'elles ont déjà. Vous suivez depuis le bureau. Le rapport sort croisé avec votre stock théorique.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vraie question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La licence n’est pas ce que vous payez.</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Sora" pitchFamily="34" charset="0"/>
                <a:ea typeface="Sora" pitchFamily="34" charset="-122"/>
                <a:cs typeface="Sora" pitchFamily="34" charset="-120"/>
              </a:rPr>
              <a:t>0</a:t>
            </a:r>
            <a:endParaRPr lang="en-US" sz="54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terminal à acheter, à louer, à charger, à configurer ou à remplacer.</a:t>
            </a:r>
            <a:endParaRPr lang="en-US" sz="1200" dirty="0"/>
          </a:p>
        </p:txBody>
      </p:sp>
      <p:sp>
        <p:nvSpPr>
          <p:cNvPr id="9" name="Text 6"/>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Le matériel.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Une flotte de terminaux durcis s'achète ou se loue, se recharge, se configure, se répare et se remplace. Sur trois ans, elle pèse souvent plus lourd que la licence qu'elle sert.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Les heures.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Connecter et vérifier les terminaux un par un avant chaque session, briefer les compteurs sur leur maniement, rester posté sur la plateforme pendant le comptage : c'est un poste à temps partiel que personne ne budgète.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réconciliation.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Un rapport de variance à rapprocher à la main du stock théorique, après chaque inventaire. C'est long, et c'est là que les erreurs se glissent.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Le plafond invisible.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Quand compter coûte du matériel et du temps de préparation, on compte moins souvent. Le stock dérive entre deux passages, et personne n'a décidé que ce serait ainsi.</a:t>
            </a:r>
            <a:endParaRPr lang="en-US" sz="13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que c’est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Un outil d’inventaire complet, sur le téléphone qu’ils ont déjà</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On imprime les balises</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planche d'étiquettes numérotées, en PDF, imprimée depuis l'outil. Aucun matériel à réserver.</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On scanne la zone, puis les articles</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La caméra du téléphone lit les codes-barres. Une douchette Bluetooth s'y branche pour les gros volumes.</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On audite et on tranche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 second passage sur les zones qui le méritent. L'écart s'affiche, le superviseur décide au rayon.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Face à face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change, poste par poste</a:t>
            </a:r>
            <a:endParaRPr lang="en-US" sz="2600" dirty="0"/>
          </a:p>
        </p:txBody>
      </p:sp>
      <p:sp>
        <p:nvSpPr>
          <p:cNvPr id="7" name="Text 4"/>
          <p:cNvSpPr/>
          <p:nvPr/>
        </p:nvSpPr>
        <p:spPr>
          <a:xfrm>
            <a:off x="731520" y="2084832"/>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Une solution à terminaux dédiés</a:t>
            </a:r>
            <a:endParaRPr lang="en-US" sz="1050" dirty="0"/>
          </a:p>
        </p:txBody>
      </p:sp>
      <p:sp>
        <p:nvSpPr>
          <p:cNvPr id="8" name="Text 5"/>
          <p:cNvSpPr/>
          <p:nvPr/>
        </p:nvSpPr>
        <p:spPr>
          <a:xfrm>
            <a:off x="5852160" y="2084832"/>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Quantinvo</a:t>
            </a:r>
            <a:endParaRPr lang="en-US" sz="1050" dirty="0"/>
          </a:p>
        </p:txBody>
      </p:sp>
      <p:sp>
        <p:nvSpPr>
          <p:cNvPr id="9" name="Shape 6"/>
          <p:cNvSpPr/>
          <p:nvPr/>
        </p:nvSpPr>
        <p:spPr>
          <a:xfrm>
            <a:off x="731520" y="2432304"/>
            <a:ext cx="10725912" cy="0"/>
          </a:xfrm>
          <a:prstGeom prst="line">
            <a:avLst/>
          </a:prstGeom>
          <a:noFill/>
          <a:ln w="9525">
            <a:solidFill>
              <a:srgbClr val="E3E6EE"/>
            </a:solidFill>
            <a:prstDash val="solid"/>
          </a:ln>
        </p:spPr>
      </p:sp>
      <p:sp>
        <p:nvSpPr>
          <p:cNvPr id="10" name="Text 7"/>
          <p:cNvSpPr/>
          <p:nvPr/>
        </p:nvSpPr>
        <p:spPr>
          <a:xfrm>
            <a:off x="73152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Une flotte à acheter ou louer, charger, configurer, réparer.</a:t>
            </a:r>
            <a:endParaRPr lang="en-US" sz="1150" dirty="0"/>
          </a:p>
        </p:txBody>
      </p:sp>
      <p:sp>
        <p:nvSpPr>
          <p:cNvPr id="11" name="Text 8"/>
          <p:cNvSpPr/>
          <p:nvPr/>
        </p:nvSpPr>
        <p:spPr>
          <a:xfrm>
            <a:off x="585216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Les téléphones de vos équipes. Déjà là, déjà payés.</a:t>
            </a:r>
            <a:endParaRPr lang="en-US" sz="1150" dirty="0"/>
          </a:p>
        </p:txBody>
      </p:sp>
      <p:sp>
        <p:nvSpPr>
          <p:cNvPr id="12" name="Shape 9"/>
          <p:cNvSpPr/>
          <p:nvPr/>
        </p:nvSpPr>
        <p:spPr>
          <a:xfrm>
            <a:off x="731520" y="3054096"/>
            <a:ext cx="10725912" cy="0"/>
          </a:xfrm>
          <a:prstGeom prst="line">
            <a:avLst/>
          </a:prstGeom>
          <a:noFill/>
          <a:ln w="9525">
            <a:solidFill>
              <a:srgbClr val="E3E6EE"/>
            </a:solidFill>
            <a:prstDash val="solid"/>
          </a:ln>
        </p:spPr>
      </p:sp>
      <p:sp>
        <p:nvSpPr>
          <p:cNvPr id="13" name="Text 10"/>
          <p:cNvSpPr/>
          <p:nvPr/>
        </p:nvSpPr>
        <p:spPr>
          <a:xfrm>
            <a:off x="73152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Des terminaux à connecter et vérifier un par un avant chaque session.</a:t>
            </a:r>
            <a:endParaRPr lang="en-US" sz="1150" dirty="0"/>
          </a:p>
        </p:txBody>
      </p:sp>
      <p:sp>
        <p:nvSpPr>
          <p:cNvPr id="14" name="Text 11"/>
          <p:cNvSpPr/>
          <p:nvPr/>
        </p:nvSpPr>
        <p:spPr>
          <a:xfrm>
            <a:off x="585216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Chacun rejoint l’inventaire depuis son téléphone, en quelques secondes.</a:t>
            </a:r>
            <a:endParaRPr lang="en-US" sz="1150" dirty="0"/>
          </a:p>
        </p:txBody>
      </p:sp>
      <p:sp>
        <p:nvSpPr>
          <p:cNvPr id="15" name="Shape 12"/>
          <p:cNvSpPr/>
          <p:nvPr/>
        </p:nvSpPr>
        <p:spPr>
          <a:xfrm>
            <a:off x="731520" y="3675888"/>
            <a:ext cx="10725912" cy="0"/>
          </a:xfrm>
          <a:prstGeom prst="line">
            <a:avLst/>
          </a:prstGeom>
          <a:noFill/>
          <a:ln w="9525">
            <a:solidFill>
              <a:srgbClr val="E3E6EE"/>
            </a:solidFill>
            <a:prstDash val="solid"/>
          </a:ln>
        </p:spPr>
      </p:sp>
      <p:sp>
        <p:nvSpPr>
          <p:cNvPr id="16" name="Text 13"/>
          <p:cNvSpPr/>
          <p:nvPr/>
        </p:nvSpPr>
        <p:spPr>
          <a:xfrm>
            <a:off x="73152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 briefing sur le maniement du matériel à chaque inventaire.</a:t>
            </a:r>
            <a:endParaRPr lang="en-US" sz="1150" dirty="0"/>
          </a:p>
        </p:txBody>
      </p:sp>
      <p:sp>
        <p:nvSpPr>
          <p:cNvPr id="17" name="Text 14"/>
          <p:cNvSpPr/>
          <p:nvPr/>
        </p:nvSpPr>
        <p:spPr>
          <a:xfrm>
            <a:off x="585216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Le geste qu’ils connaissent déjà : ouvrir, scanner, scanner.</a:t>
            </a:r>
            <a:endParaRPr lang="en-US" sz="1150" dirty="0"/>
          </a:p>
        </p:txBody>
      </p:sp>
      <p:sp>
        <p:nvSpPr>
          <p:cNvPr id="18" name="Shape 15"/>
          <p:cNvSpPr/>
          <p:nvPr/>
        </p:nvSpPr>
        <p:spPr>
          <a:xfrm>
            <a:off x="731520" y="4297680"/>
            <a:ext cx="10725912" cy="0"/>
          </a:xfrm>
          <a:prstGeom prst="line">
            <a:avLst/>
          </a:prstGeom>
          <a:noFill/>
          <a:ln w="9525">
            <a:solidFill>
              <a:srgbClr val="E3E6EE"/>
            </a:solidFill>
            <a:prstDash val="solid"/>
          </a:ln>
        </p:spPr>
      </p:sp>
      <p:sp>
        <p:nvSpPr>
          <p:cNvPr id="19" name="Text 16"/>
          <p:cNvSpPr/>
          <p:nvPr/>
        </p:nvSpPr>
        <p:spPr>
          <a:xfrm>
            <a:off x="73152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 rapport de variance, à consolider ensuite avec le stock théorique.</a:t>
            </a:r>
            <a:endParaRPr lang="en-US" sz="1150" dirty="0"/>
          </a:p>
        </p:txBody>
      </p:sp>
      <p:sp>
        <p:nvSpPr>
          <p:cNvPr id="20" name="Text 17"/>
          <p:cNvSpPr/>
          <p:nvPr/>
        </p:nvSpPr>
        <p:spPr>
          <a:xfrm>
            <a:off x="585216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Le croisement est déjà fait : l’attendu, le compté, le non-compté, l’écart en valeur.</a:t>
            </a:r>
            <a:endParaRPr lang="en-US" sz="1150" dirty="0"/>
          </a:p>
        </p:txBody>
      </p:sp>
      <p:sp>
        <p:nvSpPr>
          <p:cNvPr id="21" name="Shape 18"/>
          <p:cNvSpPr/>
          <p:nvPr/>
        </p:nvSpPr>
        <p:spPr>
          <a:xfrm>
            <a:off x="731520" y="4919472"/>
            <a:ext cx="10725912" cy="0"/>
          </a:xfrm>
          <a:prstGeom prst="line">
            <a:avLst/>
          </a:prstGeom>
          <a:noFill/>
          <a:ln w="9525">
            <a:solidFill>
              <a:srgbClr val="E3E6EE"/>
            </a:solidFill>
            <a:prstDash val="solid"/>
          </a:ln>
        </p:spPr>
      </p:sp>
      <p:sp>
        <p:nvSpPr>
          <p:cNvPr id="22" name="Text 19"/>
          <p:cNvSpPr/>
          <p:nvPr/>
        </p:nvSpPr>
        <p:spPr>
          <a:xfrm>
            <a:off x="73152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 prix sur devis, renégocié chaque année.</a:t>
            </a:r>
            <a:endParaRPr lang="en-US" sz="1150" dirty="0"/>
          </a:p>
        </p:txBody>
      </p:sp>
      <p:sp>
        <p:nvSpPr>
          <p:cNvPr id="23" name="Text 20"/>
          <p:cNvSpPr/>
          <p:nvPr/>
        </p:nvSpPr>
        <p:spPr>
          <a:xfrm>
            <a:off x="585216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Un prix affiché, le même pour tout le monde, souscrit en ligne.</a:t>
            </a:r>
            <a:endParaRPr lang="en-US" sz="1150" dirty="0"/>
          </a:p>
        </p:txBody>
      </p:sp>
      <p:sp>
        <p:nvSpPr>
          <p:cNvPr id="24" name="Shape 21"/>
          <p:cNvSpPr/>
          <p:nvPr/>
        </p:nvSpPr>
        <p:spPr>
          <a:xfrm>
            <a:off x="731520" y="5541264"/>
            <a:ext cx="10725912" cy="0"/>
          </a:xfrm>
          <a:prstGeom prst="line">
            <a:avLst/>
          </a:prstGeom>
          <a:noFill/>
          <a:ln w="9525">
            <a:solidFill>
              <a:srgbClr val="E3E6EE"/>
            </a:solidFill>
            <a:prstDash val="solid"/>
          </a:ln>
        </p:spPr>
      </p:sp>
      <p:sp>
        <p:nvSpPr>
          <p:cNvPr id="25" name="Text 22"/>
          <p:cNvSpPr/>
          <p:nvPr/>
        </p:nvSpPr>
        <p:spPr>
          <a:xfrm>
            <a:off x="73152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 module au catalogue d’un géant du matériel.</a:t>
            </a:r>
            <a:endParaRPr lang="en-US" sz="1150" dirty="0"/>
          </a:p>
        </p:txBody>
      </p:sp>
      <p:sp>
        <p:nvSpPr>
          <p:cNvPr id="26" name="Text 23"/>
          <p:cNvSpPr/>
          <p:nvPr/>
        </p:nvSpPr>
        <p:spPr>
          <a:xfrm>
            <a:off x="585216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Un outil qui ne fait qu’une chose, et son auteur répond lui-même.</a:t>
            </a:r>
            <a:endParaRPr lang="en-US" sz="1150" dirty="0"/>
          </a:p>
        </p:txBody>
      </p:sp>
      <p:sp>
        <p:nvSpPr>
          <p:cNvPr id="27" name="Shape 24"/>
          <p:cNvSpPr/>
          <p:nvPr/>
        </p:nvSpPr>
        <p:spPr>
          <a:xfrm>
            <a:off x="731520" y="6163056"/>
            <a:ext cx="10725912" cy="0"/>
          </a:xfrm>
          <a:prstGeom prst="line">
            <a:avLst/>
          </a:prstGeom>
          <a:noFill/>
          <a:ln w="9525">
            <a:solidFill>
              <a:srgbClr val="E3E6EE"/>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Personne n’est posté devant un écran pour surveiller.</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L'avancement zone par zone, les appareils en comptage et en audit, les derniers scans : le superviseur ouvre la page quand il veut, depuis le bureau ou depuis le rayon. Ce qu'on ne voit pas, et c'est voulu : qui fait quoi. Le suivi est agrégé — on pilote le travail, pas les personnes.</a:t>
            </a:r>
            <a:endParaRPr lang="en-US" sz="1250" dirty="0"/>
          </a:p>
        </p:txBody>
      </p:sp>
      <p:sp>
        <p:nvSpPr>
          <p:cNvPr id="8" name="Shape 5"/>
          <p:cNvSpPr/>
          <p:nvPr/>
        </p:nvSpPr>
        <p:spPr>
          <a:xfrm>
            <a:off x="2066046" y="2779776"/>
            <a:ext cx="8056860" cy="3127248"/>
          </a:xfrm>
          <a:prstGeom prst="roundRect">
            <a:avLst>
              <a:gd name="adj" fmla="val 2339"/>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300" b="1" dirty="0">
                <a:solidFill>
                  <a:srgbClr val="4636B0"/>
                </a:solidFill>
                <a:latin typeface="Sora" pitchFamily="34" charset="0"/>
                <a:ea typeface="Sora" pitchFamily="34" charset="-122"/>
                <a:cs typeface="Sora" pitchFamily="34" charset="-120"/>
              </a:rPr>
              <a:t>Le rapport arrive déjà croisé avec votre stock théorique.</a:t>
            </a:r>
            <a:endParaRPr lang="en-US" sz="2300" dirty="0"/>
          </a:p>
        </p:txBody>
      </p:sp>
      <p:sp>
        <p:nvSpPr>
          <p:cNvPr id="7" name="Text 4"/>
          <p:cNvSpPr/>
          <p:nvPr/>
        </p:nvSpPr>
        <p:spPr>
          <a:xfrm>
            <a:off x="731520" y="3291840"/>
            <a:ext cx="4206240" cy="2377440"/>
          </a:xfrm>
          <a:prstGeom prst="rect">
            <a:avLst/>
          </a:prstGeom>
          <a:noFill/>
          <a:ln/>
        </p:spPr>
        <p:txBody>
          <a:bodyPr wrap="square" lIns="0" tIns="0" rIns="0" bIns="0" rtlCol="0" anchor="t"/>
          <a:lstStyle/>
          <a:p>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Il part de l'attendu, pas seulement de ce qui a été scanné : un article attendu et jamais trouvé y figure, avec son manque. C'est la démarque que l'inventaire est censé révéler.</a:t>
            </a:r>
            <a:endParaRPr lang="en-US" sz="1250" dirty="0"/>
          </a:p>
          <a:p>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Export Excel en un clic, prêt pour la correction du stock. Il ne reste que la validation et l'ajustement.</a:t>
            </a:r>
            <a:endParaRPr lang="en-US" sz="1250" dirty="0"/>
          </a:p>
        </p:txBody>
      </p:sp>
      <p:sp>
        <p:nvSpPr>
          <p:cNvPr id="8" name="Shape 5"/>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0" name="Text 6"/>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prix</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Affiché, par magasin, sans déclaration de stock</a:t>
            </a:r>
            <a:endParaRPr lang="en-US" sz="25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Inter" pitchFamily="34" charset="0"/>
                <a:ea typeface="Inter" pitchFamily="34" charset="-122"/>
                <a:cs typeface="Inter"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65 €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690 € à l’année — 90 €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Inter" pitchFamily="34" charset="0"/>
                <a:ea typeface="Inter" pitchFamily="34" charset="-122"/>
                <a:cs typeface="Inter"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225 €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2 400 € à l’année — 300 €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650 €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6 900 € à l’année — 900 € de moins</a:t>
            </a:r>
            <a:endParaRPr lang="en-US" sz="950" dirty="0"/>
          </a:p>
        </p:txBody>
      </p:sp>
      <p:sp>
        <p:nvSpPr>
          <p:cNvPr id="27" name="Shape 24"/>
          <p:cNvSpPr/>
          <p:nvPr/>
        </p:nvSpPr>
        <p:spPr>
          <a:xfrm>
            <a:off x="731520" y="5257800"/>
            <a:ext cx="10725912" cy="868680"/>
          </a:xfrm>
          <a:prstGeom prst="roundRect">
            <a:avLst>
              <a:gd name="adj" fmla="val 8421"/>
            </a:avLst>
          </a:prstGeom>
          <a:solidFill>
            <a:srgbClr val="F4F5F9"/>
          </a:solidFill>
          <a:ln w="12700">
            <a:solidFill>
              <a:srgbClr val="F4F5F9"/>
            </a:solidFill>
            <a:prstDash val="solid"/>
          </a:ln>
        </p:spPr>
      </p:sp>
      <p:sp>
        <p:nvSpPr>
          <p:cNvPr id="28" name="Text 25"/>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qui n’est pas dans ce prix, parce que ça n’existe pas</a:t>
            </a:r>
            <a:endParaRPr lang="en-US" sz="950" dirty="0"/>
          </a:p>
        </p:txBody>
      </p:sp>
      <p:sp>
        <p:nvSpPr>
          <p:cNvPr id="29" name="Text 26"/>
          <p:cNvSpPr/>
          <p:nvPr/>
        </p:nvSpPr>
        <p:spPr>
          <a:xfrm>
            <a:off x="1005840" y="567842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Aucun terminal, aucune installation, aucun serveur, aucun coût de mise en service. Vous souscrivez en ligne et vous comptez le jour même.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honnête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qu’un terminal durci fait mieux qu’un téléphone.</a:t>
            </a:r>
            <a:endParaRPr lang="en-US" sz="2600" dirty="0"/>
          </a:p>
        </p:txBody>
      </p:sp>
      <p:sp>
        <p:nvSpPr>
          <p:cNvPr id="7" name="Text 4"/>
          <p:cNvSpPr/>
          <p:nvPr/>
        </p:nvSpPr>
        <p:spPr>
          <a:xfrm>
            <a:off x="731520" y="3566160"/>
            <a:ext cx="4206240" cy="82296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Si on ne le dit pas nous-mêmes, quelqu'un le dira à notre place — et moins bien.</a:t>
            </a:r>
            <a:endParaRPr lang="en-US" sz="1250" dirty="0"/>
          </a:p>
        </p:txBody>
      </p:sp>
      <p:sp>
        <p:nvSpPr>
          <p:cNvPr id="8" name="Text 5"/>
          <p:cNvSpPr/>
          <p:nvPr/>
        </p:nvSpPr>
        <p:spPr>
          <a:xfrm>
            <a:off x="5394960" y="1371600"/>
            <a:ext cx="6062472" cy="40233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Il encaisse les chocs.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Une chute de deux mètres sur un sol de réserve, un écran gelé à −20 °C : un terminal durci est fait pour ça, un téléphone non. Dans une chambre froide ou sur un quai, l'argument est réel.</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La batterie tient la journée entière.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Un comptage de huit heures caméra allumée vide un téléphone. On compte par sessions, ou on prévoit des batteries externes — ce n'est pas gratuit, c'est juste beaucoup moins cher qu'une flotte.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Une flotte déjà amortie ne coûte plus rien.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Si vos terminaux sont payés et fonctionnent, l'économie de matériel ne joue pas. Les autres arguments restent : la prise en main sans briefing, les comptages illimités, la réconciliation qui disparaît.</a:t>
            </a:r>
            <a:endParaRPr lang="en-US" sz="1300" dirty="0"/>
          </a:p>
        </p:txBody>
      </p:sp>
      <p:sp>
        <p:nvSpPr>
          <p:cNvPr id="9" name="Shape 6"/>
          <p:cNvSpPr/>
          <p:nvPr/>
        </p:nvSpPr>
        <p:spPr>
          <a:xfrm>
            <a:off x="5394960" y="5120640"/>
            <a:ext cx="6062472" cy="1005840"/>
          </a:xfrm>
          <a:prstGeom prst="roundRect">
            <a:avLst>
              <a:gd name="adj" fmla="val 7273"/>
            </a:avLst>
          </a:prstGeom>
          <a:solidFill>
            <a:srgbClr val="EEEEFC"/>
          </a:solidFill>
          <a:ln w="12700">
            <a:solidFill>
              <a:srgbClr val="EEEEFC"/>
            </a:solidFill>
            <a:prstDash val="solid"/>
          </a:ln>
        </p:spPr>
      </p:sp>
      <p:sp>
        <p:nvSpPr>
          <p:cNvPr id="10" name="Text 7"/>
          <p:cNvSpPr/>
          <p:nvPr/>
        </p:nvSpPr>
        <p:spPr>
          <a:xfrm>
            <a:off x="5669280" y="528523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qui ne bouge pas</a:t>
            </a:r>
            <a:endParaRPr lang="en-US" sz="950" dirty="0"/>
          </a:p>
        </p:txBody>
      </p:sp>
      <p:sp>
        <p:nvSpPr>
          <p:cNvPr id="11" name="Text 8"/>
          <p:cNvSpPr/>
          <p:nvPr/>
        </p:nvSpPr>
        <p:spPr>
          <a:xfrm>
            <a:off x="5669280" y="554126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outil expert suppose un service expert pour le servir. C'est ce qui empêche de confier l'inventaire aux équipes de vente — et c'est précisément ce que nous rendons possible.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qu’on ne vous promet pas.</a:t>
            </a:r>
            <a:endParaRPr lang="en-US" sz="2600" dirty="0"/>
          </a:p>
        </p:txBody>
      </p:sp>
      <p:sp>
        <p:nvSpPr>
          <p:cNvPr id="7" name="Text 4"/>
          <p:cNvSpPr/>
          <p:nvPr/>
        </p:nvSpPr>
        <p:spPr>
          <a:xfrm>
            <a:off x="731520" y="329184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Pas encore. Quantinvo importe vos fichiers et rend un Excel. C'est ce qui permet de démarrer en une journée, sans projet informatique.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Android sur les boutiques.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L'application tourne sur Android, et elle est disponible sur iPhone. La mise en ligne sur Google Play est en cours ; d'ici là, l'installation passe par votre catalogue d'entreprise.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Les comptes sont nominatifs, créés par invitation. Pas de SAML ni d'Entra ID pour l'instant ; dites-nous si c'est une exigence.</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Un rayon, un mardi matin.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Venez avec votre stock théorique : vous l'importez, deux personnes de votre équipe balisent un rayon et le comptent, et vous repartez avec le rapport. Trente minutes, sur vos données, sans rien installer.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l’essentiel</dc:title>
  <dc:subject>PptxGenJS Presentation</dc:subject>
  <dc:creator>Devkaylab</dc:creator>
  <cp:lastModifiedBy>Devkaylab</cp:lastModifiedBy>
  <cp:revision>1</cp:revision>
  <dcterms:created xsi:type="dcterms:W3CDTF">2026-08-30T17:39:23Z</dcterms:created>
  <dcterms:modified xsi:type="dcterms:W3CDTF">2026-08-30T17:39:23Z</dcterms:modified>
</cp:coreProperties>
</file>
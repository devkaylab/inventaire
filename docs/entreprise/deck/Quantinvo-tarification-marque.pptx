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ce que la tarification supprime — la déclaration de stock — avant d'annoncer un chiffre. C'est ce qui la distingue du reste du marché.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raisonnement avant le chiffre. La question qui vient toujours : « et si on dépasse ? » — répondre qu'elle a sa page, deux slides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le mensuel : un acheteur compare en mois. L'annuel se présente ensuite comme une économie en euros — 420 € sur Advanced —, jamais en pourcentage.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souvent sous-estimé : un prix affiché est en soi une promesse de traitement égal. Le dire, puis se taire — la capture parle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Aucun terminal » est l'argument qui déplace un budget : en face, une flotte de terminaux durcis se compte en dizaines de milliers d'euros, hors licence.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répond à l'objection avant qu'elle ne soit posée. Elle dit aussi quelque chose sur la maison : le plafond est commercial, il n'est pas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l'économie en euros, jamais en pourcentage : « trois cents euros » se retient, « 11 % » ne dit rien. Et prévenir sur l'annuel dû jusqu'au terme — mieux vaut le dire ici qu'au moment de la résiliation.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contraste avec le marché : ailleurs, un devis, une négociation, six semaines. Ici, quatre champs. C'est aussi ce qui rend le prix affiché crédible.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quatre questions sont celles de la page publique. Les connaître par cœur permet de répondre sans consulter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comparer à un abonnement logiciel : comparer au budget d'inventaire, celui du prestataire et du matériel. C'est là que la licence se justifie toute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la question la plus simple du marché. Si le prospect y répond, il est déjà en train de choisir son offre.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Tarification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prix calé sur le nombre de personnes qui comptent.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Rien à déclarer, rien à justifier, rien à régulariser en fin d'année. Le tarif est public, et il se souscrit en ligne.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principe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Nous facturons la seule chose que vous puissiez vérifier.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prix qu'on ne peut pas contrôler soi-même est un prix qu'on subit.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nombre d'appareils qui comptent en même temps.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C'est votre organisation du jour de l'inventaire : deux personnes dans une boutique, trente dans un entrepôt. Vous le savez avant de signer, et vous le voyez le jour même.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Pas le volume de votre stock.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marché facture au nombre de pièces — le vôtre, que vous devez déclarer, que personne ne peut vérifier, et qu'il faut régulariser. Nous avons retiré cette assiette.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Pas le nombre de comptes.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Créez-en autant que nécessaire. Un saisonnier, un renfort du samedi, un chef d'équipe qui compte une fois par trimestre : seuls les appareils qui scannent en même temps entrent dans le palier.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Pas le nombre d'inventaires.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C'est le point qui compte pour un inventaire tournant : compter chaque semaine ne coûte pas un euro de plus que compter une fois par an.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grille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Trois offres, une licence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prix est hors taxes, par magasin. Chaque magasin prend la sienne, choisie selon la taille de son équipe : un entrepôt qui compte à trente et une boutique qui compte à deux ne prennent pas la même.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79476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4D3B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 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comptez seul ou à deux, dans un magasin.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87552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89 €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704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950 € à l’année — 118 €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681728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magasin, deux appareils à la fois — comptes illimités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794760"/>
          </a:xfrm>
          <a:prstGeom prst="roundRect">
            <a:avLst>
              <a:gd name="adj" fmla="val 1074"/>
            </a:avLst>
          </a:prstGeom>
          <a:solidFill>
            <a:srgbClr val="E7EDE9"/>
          </a:solidFill>
          <a:ln w="15875">
            <a:solidFill>
              <a:srgbClr val="1E4D3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395728"/>
            <a:ext cx="2892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1E4D3B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PLUS COURANT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648200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648200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4D3B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20 appareils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48200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montez une équipe le jour de l’inventaire.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48200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310 €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648200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704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3 300 € à l’année — 420 € de moins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48200" y="4681728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48200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Réponse par e-mail sous un jour ouvré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052816" y="2194560"/>
            <a:ext cx="3404616" cy="379476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08848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308848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4D3B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100 appareils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308848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grande surface, qui mobilise une équipe entière.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308848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890 €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308848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704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9 450 € à l’année — 1 230 € de moins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308848" y="4681728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08848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Engagement de disponibilité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31520" y="60807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de 100 appareils dans un même magasin ? 64 € par mois, ou 690 € à l’année, par tranche de 10 appareils supplémentaires.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prix est public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Vous n’avez pas eu à nous le demander.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Sur ce marché, aucun tarif n'est affiché. On demande un devis, on attend, on reçoit un prix qu'on ne peut comparer à rien.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nôtre est sur le site, à la vue de vos concurrents comme de vos équipes. Vous savez ce que paie le magasin d'à côté : c'est le même prix.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devis ne revient que pour deux cas — plusieurs magasins à équiper, ou plus de cent appareils sur un même site.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40096" y="1316736"/>
            <a:ext cx="5395782" cy="4590288"/>
          </a:xfrm>
          <a:prstGeom prst="roundRect">
            <a:avLst>
              <a:gd name="adj" fmla="val 79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5286054" cy="44805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9893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www.quantinvo.com/tarifs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qui est compris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 que le prix contient, quelle que soit l’offre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terminaux.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Aucun. Vos équipes comptent avec les téléphones qu'elles ont déjà en poche. Rien à acheter, à louer, à charger la veille ni à remplacer quand un écran casse.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mises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Toutes, tout le temps. Il n'y a pas de version ancienne à racheter, pas de palier de maintenance, pas de module en supplément.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inventaires.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Autant que vous voulez dans l'année : complets, tournants, ciblés sur une marque ou un rayon. C'est ce qui rend l'inventaire tournant possible — il ne se facture pas au passage.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comptes.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Autant que nécessaire, pour toute l'équipe. Le palier ne compte que les appareils qui scannent en même temps.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120640"/>
            <a:ext cx="10725912" cy="1005840"/>
          </a:xfrm>
          <a:prstGeom prst="roundRect">
            <a:avLst>
              <a:gd name="adj" fmla="val 3636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2852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qui ne l’est pas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541264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paiement se fait par carte, à la souscription. Un accompagnement sur site, une reprise de données ou un développement spécifique se chiffrent à part — et se disent avant, pas sur la facture.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dépassement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« On ne refuse jamais un appareil pendant un comptage. »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règle qui a décidé de tout le reste.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jour de l’inventaire, rien ne se passe.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avez pris Advanced pour vingt appareils, vous êtes vingt-trois un samedi de forte affluence : les vingt-trois comptent. Un outil qui dit non à 22 h, un soir de comptage, ne rend service à personne — et personne n'est là pour lever le blocage.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dépassement se règle au renouvellement.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S'il est ponctuel, il ne change rien. S'il devient votre habitude, nous passons au palier du dessus à l'échéance suivante, à la date que vous connaissez.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n’avez rien à surveiller.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Pas de compteur à consulter chaque mois, pas de régularisation à provisionner, pas de facture surprise en fin d'exercice.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Mensuel ou annuel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Douze prélèvements, ou un seul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Par mois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0936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l’année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704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que l’année économise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633472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Essential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93192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89 €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0936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950 €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0" y="27614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5704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118 €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" y="31272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 appareils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41985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5478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Advanced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93192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310 €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30936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3 300 €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686800" y="35478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5704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420 €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731520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20 appareils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42062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3342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3192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890 €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30936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9 450 €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686800" y="43342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5704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1 230 €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731520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100 appareils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31520" y="499262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5358384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Sans engagement.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mensuel se règle en douze prélèvements et s'arrête quand vous le décidez. L'annuel est dû jusqu'à son terme — c'est la contrepartie de l'économie.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31520" y="5349240"/>
            <a:ext cx="10725912" cy="914400"/>
          </a:xfrm>
          <a:prstGeom prst="roundRect">
            <a:avLst>
              <a:gd name="adj" fmla="val 4000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55138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savoir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05840" y="5769864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prix sont hors taxes, comme partout en B2B. Au moment de payer, l'écran affiche le montant qui sera réellement débité, TVA comprise — on ne découvre pas l'écart sur le relevé bancaire.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Souscrire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Quatre informations, puis le paiement.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 ligne, les trois offres comprises.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Enterprise se souscrit comme les autres : il n'y a pas de parcours réservé, pas de rendez-vous obligatoire, pas de délai de validation.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Votre espace est créé dès l’encaissement.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recevez vos accès par e-mail, vous invitez votre équipe, et le premier inventaire peut se faire le jour même.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carte ne passe jamais par nous.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paiement se fait sur la page sécurisée de Stripe. Nous ne voyons pas votre numéro de carte. La facture est émise automatiquement.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1316736"/>
            <a:ext cx="4709160" cy="3461856"/>
          </a:xfrm>
          <a:prstGeom prst="roundRect">
            <a:avLst>
              <a:gd name="adj" fmla="val 105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4599432" cy="33521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4860888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www.quantinvo.com/souscrire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questions qu’on nous pose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Les questions qu’on nous pose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Qu'est-ce qu'un « appareil qui compte » 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téléphone ou une tablette qui scanne, en même temps que les autres, pendant un inventaire. Changer d'appareil ne change rien à votre facture : c'est le nombre simultané qui compte, pas le parc que vous possédez.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14516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Une licence couvre-t-elle plusieurs magasins 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14516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Non. Chaque magasin prend la sienne, choisie selon la taille de son équipe. Si vous en équipez plusieurs, nous établissons un devis pour l'ensemble.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Faut-il déclarer notre stock 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31520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Non. Rien à déclarer, rien à justifier, rien à régulariser. C'est précisément ce que cette façon de facturer supprime.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14516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Peut-on résilier ?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4516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mensuel, quand vous voulez : le service va au terme du mois payé. L'annuel est dû jusqu'à son échéance, et ne se reconduit que si vous le décidez.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budget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 que la licence remplace dans votre budget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budget d'inventaire d'un magasin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prestataire de comptage, facturé à la pièce, une ou deux fois par 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Vos équipes comptent, autant de fois que vous voulez, pour le même prix.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410712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flotte de terminaux : achat ou location, maintenance, remplacement.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5216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Aucun matériel. Les téléphones sont déjà là, et déjà payés.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licence logicielle sur devis, renégociée chaque année.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5216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prix affiché, le même pour tout le monde, que vous souscrivez en ligne.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502005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heures passées à préparer, surveiller et réconcilier.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5216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rapport sort croisé avec votre stock théorique. Il ne reste qu’à ajuster.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31520" y="5824728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3 300 € par an, une équipe de vingt personnes qui compte toute l'année coûte moins qu'un seul passage de prestataire dans la plupart des magasins.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Combien de personnes comptent chez vous ?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C'est la seule question à laquelle il faut répondre pour connaître votre prix. Dites-nous le chiffre, on vous dit l'offre — et si vous avez plusieurs magasins, on établit le devis de l'ensemble.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contact@quantinvo.com   ·   www.quantinvo.com/tarifs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Prix hors taxes, par magasin. Sans engagement au mois. Aucun matériel à acheter.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tarification</dc:title>
  <dc:subject>PptxGenJS Presentation</dc:subject>
  <dc:creator>Devkaylab</dc:creator>
  <cp:lastModifiedBy>Devkaylab</cp:lastModifiedBy>
  <cp:revision>1</cp:revision>
  <dcterms:created xsi:type="dcterms:W3CDTF">2026-09-09T21:04:20Z</dcterms:created>
  <dcterms:modified xsi:type="dcterms:W3CDTF">2026-09-09T21:04:20Z</dcterms:modified>
</cp:coreProperties>
</file>
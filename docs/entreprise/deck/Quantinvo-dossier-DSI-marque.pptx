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se remet avec la fiche de déploiement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synthèse d'audit est un document séparé, remis au DPO. Le dernier alinéa est volontaire : un pentest n'a pas été fait, autant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Architecture, hébergement, déploiement par votre catalogue d'entreprise,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état au 23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c’est.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Une application sur iPhone (Android en cours)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touche chez vous.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n'exige pas.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demande de votre part.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Application Quantinvo (iOS, Android à venir).</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Site web www.quantinvo.com, sans installation.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Invitations, devis,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Inter" pitchFamily="34" charset="0"/>
                <a:ea typeface="Inter" pitchFamily="34" charset="-122"/>
                <a:cs typeface="Inter"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Les données d'inventaire, les comptes et les journaux sont stockés en Irlande et n'en sortent pas. Les services annexes (site, e-mails, notifications)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Supabase</a:t>
            </a:r>
            <a:endParaRPr lang="en-US" sz="1150" dirty="0"/>
          </a:p>
        </p:txBody>
      </p:sp>
      <p:sp>
        <p:nvSpPr>
          <p:cNvPr id="13" name="Text 10"/>
          <p:cNvSpPr/>
          <p:nvPr/>
        </p:nvSpPr>
        <p:spPr>
          <a:xfrm>
            <a:off x="7406640" y="1801368"/>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Base de données, authentification, temps réel, fonctions</a:t>
            </a:r>
            <a:endParaRPr lang="en-US" sz="1150" dirty="0"/>
          </a:p>
        </p:txBody>
      </p:sp>
      <p:sp>
        <p:nvSpPr>
          <p:cNvPr id="14" name="Text 11"/>
          <p:cNvSpPr/>
          <p:nvPr/>
        </p:nvSpPr>
        <p:spPr>
          <a:xfrm>
            <a:off x="10424160" y="1801368"/>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(eu-west-1)</a:t>
            </a:r>
            <a:endParaRPr lang="en-US" sz="1150" dirty="0"/>
          </a:p>
        </p:txBody>
      </p:sp>
      <p:sp>
        <p:nvSpPr>
          <p:cNvPr id="15" name="Shape 12"/>
          <p:cNvSpPr/>
          <p:nvPr/>
        </p:nvSpPr>
        <p:spPr>
          <a:xfrm>
            <a:off x="5394960" y="2267712"/>
            <a:ext cx="6062472" cy="0"/>
          </a:xfrm>
          <a:prstGeom prst="line">
            <a:avLst/>
          </a:prstGeom>
          <a:noFill/>
          <a:ln w="9525">
            <a:solidFill>
              <a:srgbClr val="E3E6EE"/>
            </a:solidFill>
            <a:prstDash val="solid"/>
          </a:ln>
        </p:spPr>
      </p:sp>
      <p:sp>
        <p:nvSpPr>
          <p:cNvPr id="16" name="Text 13"/>
          <p:cNvSpPr/>
          <p:nvPr/>
        </p:nvSpPr>
        <p:spPr>
          <a:xfrm>
            <a:off x="5394960" y="2368296"/>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Vercel</a:t>
            </a:r>
            <a:endParaRPr lang="en-US" sz="1150" dirty="0"/>
          </a:p>
        </p:txBody>
      </p:sp>
      <p:sp>
        <p:nvSpPr>
          <p:cNvPr id="17" name="Text 14"/>
          <p:cNvSpPr/>
          <p:nvPr/>
        </p:nvSpPr>
        <p:spPr>
          <a:xfrm>
            <a:off x="7406640" y="2368296"/>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Hébergement du site www.quantinvo.com</a:t>
            </a:r>
            <a:endParaRPr lang="en-US" sz="1150" dirty="0"/>
          </a:p>
        </p:txBody>
      </p:sp>
      <p:sp>
        <p:nvSpPr>
          <p:cNvPr id="18" name="Text 15"/>
          <p:cNvSpPr/>
          <p:nvPr/>
        </p:nvSpPr>
        <p:spPr>
          <a:xfrm>
            <a:off x="10424160" y="2368296"/>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19" name="Shape 16"/>
          <p:cNvSpPr/>
          <p:nvPr/>
        </p:nvSpPr>
        <p:spPr>
          <a:xfrm>
            <a:off x="5394960" y="2834640"/>
            <a:ext cx="6062472" cy="0"/>
          </a:xfrm>
          <a:prstGeom prst="line">
            <a:avLst/>
          </a:prstGeom>
          <a:noFill/>
          <a:ln w="9525">
            <a:solidFill>
              <a:srgbClr val="E3E6EE"/>
            </a:solidFill>
            <a:prstDash val="solid"/>
          </a:ln>
        </p:spPr>
      </p:sp>
      <p:sp>
        <p:nvSpPr>
          <p:cNvPr id="20" name="Text 17"/>
          <p:cNvSpPr/>
          <p:nvPr/>
        </p:nvSpPr>
        <p:spPr>
          <a:xfrm>
            <a:off x="5394960" y="2935224"/>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Resend</a:t>
            </a:r>
            <a:endParaRPr lang="en-US" sz="1150" dirty="0"/>
          </a:p>
        </p:txBody>
      </p:sp>
      <p:sp>
        <p:nvSpPr>
          <p:cNvPr id="21" name="Text 18"/>
          <p:cNvSpPr/>
          <p:nvPr/>
        </p:nvSpPr>
        <p:spPr>
          <a:xfrm>
            <a:off x="7406640" y="2935224"/>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Acheminement des e-mails de service</a:t>
            </a:r>
            <a:endParaRPr lang="en-US" sz="1150" dirty="0"/>
          </a:p>
        </p:txBody>
      </p:sp>
      <p:sp>
        <p:nvSpPr>
          <p:cNvPr id="22" name="Text 19"/>
          <p:cNvSpPr/>
          <p:nvPr/>
        </p:nvSpPr>
        <p:spPr>
          <a:xfrm>
            <a:off x="10424160" y="2935224"/>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23" name="Shape 20"/>
          <p:cNvSpPr/>
          <p:nvPr/>
        </p:nvSpPr>
        <p:spPr>
          <a:xfrm>
            <a:off x="5394960" y="3401568"/>
            <a:ext cx="6062472" cy="0"/>
          </a:xfrm>
          <a:prstGeom prst="line">
            <a:avLst/>
          </a:prstGeom>
          <a:noFill/>
          <a:ln w="9525">
            <a:solidFill>
              <a:srgbClr val="E3E6EE"/>
            </a:solidFill>
            <a:prstDash val="solid"/>
          </a:ln>
        </p:spPr>
      </p:sp>
      <p:sp>
        <p:nvSpPr>
          <p:cNvPr id="24" name="Text 21"/>
          <p:cNvSpPr/>
          <p:nvPr/>
        </p:nvSpPr>
        <p:spPr>
          <a:xfrm>
            <a:off x="5394960" y="3502152"/>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Expo</a:t>
            </a:r>
            <a:endParaRPr lang="en-US" sz="1150" dirty="0"/>
          </a:p>
        </p:txBody>
      </p:sp>
      <p:sp>
        <p:nvSpPr>
          <p:cNvPr id="25" name="Text 22"/>
          <p:cNvSpPr/>
          <p:nvPr/>
        </p:nvSpPr>
        <p:spPr>
          <a:xfrm>
            <a:off x="7406640" y="3502152"/>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Obtention du jeton de notification de l'appareil</a:t>
            </a:r>
            <a:endParaRPr lang="en-US" sz="1150" dirty="0"/>
          </a:p>
        </p:txBody>
      </p:sp>
      <p:sp>
        <p:nvSpPr>
          <p:cNvPr id="26" name="Text 23"/>
          <p:cNvSpPr/>
          <p:nvPr/>
        </p:nvSpPr>
        <p:spPr>
          <a:xfrm>
            <a:off x="10424160" y="3502152"/>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27" name="Shape 24"/>
          <p:cNvSpPr/>
          <p:nvPr/>
        </p:nvSpPr>
        <p:spPr>
          <a:xfrm>
            <a:off x="5394960" y="3968496"/>
            <a:ext cx="6062472" cy="0"/>
          </a:xfrm>
          <a:prstGeom prst="line">
            <a:avLst/>
          </a:prstGeom>
          <a:noFill/>
          <a:ln w="9525">
            <a:solidFill>
              <a:srgbClr val="E3E6EE"/>
            </a:solidFill>
            <a:prstDash val="solid"/>
          </a:ln>
        </p:spPr>
      </p:sp>
      <p:sp>
        <p:nvSpPr>
          <p:cNvPr id="28" name="Text 25"/>
          <p:cNvSpPr/>
          <p:nvPr/>
        </p:nvSpPr>
        <p:spPr>
          <a:xfrm>
            <a:off x="5394960" y="4069080"/>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Apple, Google</a:t>
            </a:r>
            <a:endParaRPr lang="en-US" sz="1150" dirty="0"/>
          </a:p>
        </p:txBody>
      </p:sp>
      <p:sp>
        <p:nvSpPr>
          <p:cNvPr id="29" name="Text 26"/>
          <p:cNvSpPr/>
          <p:nvPr/>
        </p:nvSpPr>
        <p:spPr>
          <a:xfrm>
            <a:off x="7406640" y="4069080"/>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Distribution de l'application mobile</a:t>
            </a:r>
            <a:endParaRPr lang="en-US" sz="1150" dirty="0"/>
          </a:p>
        </p:txBody>
      </p:sp>
      <p:sp>
        <p:nvSpPr>
          <p:cNvPr id="30" name="Text 27"/>
          <p:cNvSpPr/>
          <p:nvPr/>
        </p:nvSpPr>
        <p:spPr>
          <a:xfrm>
            <a:off x="10424160" y="4069080"/>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1" name="Shape 28"/>
          <p:cNvSpPr/>
          <p:nvPr/>
        </p:nvSpPr>
        <p:spPr>
          <a:xfrm>
            <a:off x="5394960" y="4535424"/>
            <a:ext cx="6062472" cy="0"/>
          </a:xfrm>
          <a:prstGeom prst="line">
            <a:avLst/>
          </a:prstGeom>
          <a:noFill/>
          <a:ln w="9525">
            <a:solidFill>
              <a:srgbClr val="E3E6EE"/>
            </a:solidFill>
            <a:prstDash val="solid"/>
          </a:ln>
        </p:spPr>
      </p:sp>
      <p:sp>
        <p:nvSpPr>
          <p:cNvPr id="32" name="Shape 29"/>
          <p:cNvSpPr/>
          <p:nvPr/>
        </p:nvSpPr>
        <p:spPr>
          <a:xfrm>
            <a:off x="5394960" y="4846320"/>
            <a:ext cx="6062472" cy="1005840"/>
          </a:xfrm>
          <a:prstGeom prst="roundRect">
            <a:avLst>
              <a:gd name="adj" fmla="val 7273"/>
            </a:avLst>
          </a:prstGeom>
          <a:solidFill>
            <a:srgbClr val="F4F5F9"/>
          </a:solidFill>
          <a:ln w="12700">
            <a:solidFill>
              <a:srgbClr val="F4F5F9"/>
            </a:solidFill>
            <a:prstDash val="solid"/>
          </a:ln>
        </p:spPr>
      </p:sp>
      <p:sp>
        <p:nvSpPr>
          <p:cNvPr id="33" name="Text 30"/>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À savoir</a:t>
            </a:r>
            <a:endParaRPr lang="en-US" sz="950" dirty="0"/>
          </a:p>
        </p:txBody>
      </p:sp>
      <p:sp>
        <p:nvSpPr>
          <p:cNvPr id="34" name="Text 31"/>
          <p:cNvSpPr/>
          <p:nvPr/>
        </p:nvSpPr>
        <p:spPr>
          <a:xfrm>
            <a:off x="5669280" y="526694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La liste est la même que celle de la politique de confidentialité publiée. Un test automatique empêche d'ajouter un prestataire au produit sans le déclarer.</a:t>
            </a:r>
            <a:endParaRPr lang="en-US" sz="1150" dirty="0"/>
          </a:p>
        </p:txBody>
      </p:sp>
      <p:sp>
        <p:nvSpPr>
          <p:cNvPr id="35" name="Text 3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6" name="Text 3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7.0, à confirmer au premier build</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iPhone et iPad.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Android et terminaux durcis.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Tous les magasins, toutes les personnes, tous les inventaires de son entreprise. Invite, retire, supprime. Nommé par Quantinvo.</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Ses magasins. Crée et pilote les inventaires, constitue son équipe,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Les inventaires auxquels il est invité. Il scanne, il compte, il audite. Rien d'autre.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Mot de passe.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Double authentification.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Sessions.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Cloisonnement.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est en place, et ce qui a été audité.</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4000" b="1" dirty="0">
                <a:solidFill>
                  <a:srgbClr val="4636B0"/>
                </a:solidFill>
                <a:latin typeface="Sora" pitchFamily="34" charset="0"/>
                <a:ea typeface="Sora" pitchFamily="34" charset="-122"/>
                <a:cs typeface="Sora" pitchFamily="34" charset="-120"/>
              </a:rPr>
              <a:t>13 / 15</a:t>
            </a:r>
            <a:endParaRPr lang="en-US" sz="40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constats de l'audit RGPD et sécurité du 13 août 2026 clos au 19 août. Les deux restants sont des documents juridiques en relecture.</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En transit et au repos.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Tout le trafic est chiffré (TLS). Les données sont chiffrées au repos par l'hébergeur, qui en assure aussi les sauvegardes quotidiennes.</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Site.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En-têtes de sécurité posés (politique de contenu, interdiction d'intégration dans un cadre, etc.). Aucun traceur, aucune mesure d'audience : il n'y a pas de bandeau cookies parce qu'il n'y a pas de cookies à déclarer.</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Journal.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Chaque action d'administration (création d'un compte, retrait d'un accès, suppression) est journalisée, avec son auteur, et conservée un an. Votre administrateur lit le sien.</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Suivi d’activité.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Le tableau de bord voit des compteurs (appareils connectés, en comptage, en audit), jamais qui fait quoi en direct. Ce qui reste nominatif, c'est l'auteur d'un comptage, pour l'arbitrage.</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Ce que nous ne faisons pas.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Pas de test d'intrusion externe à ce jour. Si votre politique l'exige, nous l'accueillons.</a:t>
            </a:r>
            <a:endParaRPr lang="en-US" sz="125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Hors ligne.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Plusieurs compteurs par magasin.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Tableau de bord.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Volumes.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Politique de confidentialité (publique), clauses article 28, synthèse de l'audit,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Connexion par votre annuaire (SAML 2.0, Entra ID).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Configuration administrée (AppConfig).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Android.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 build est en cours. Les identifiants sont réservés ; la fiche MDM le signale.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API et connecteur ERP.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Codes de secours pour la double authentification.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La fiche de déploiement MDM pour l'équipe parc. La politique de confidentialité, les clauses article 28 et la synthèse d'audit pour votre DPO.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2026-08-23T18:02:31Z</dcterms:created>
  <dcterms:modified xsi:type="dcterms:W3CDTF">2026-08-23T18:02:31Z</dcterms:modified>
</cp:coreProperties>
</file>
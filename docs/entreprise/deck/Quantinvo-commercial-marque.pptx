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L’inventaire de votre magasin,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 bout du téléphone.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application pour compter. Un site pour préparer, suivre et exporter.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Devkaylab · septembre 2026 · www.quantinvo.com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Qu’est-ce qu’un inventaire 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Compter ce qui est en rayon et en réserve, puis le comparer au stock théorique.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2697480"/>
            <a:ext cx="10725912" cy="1508760"/>
          </a:xfrm>
          <a:prstGeom prst="roundRect">
            <a:avLst>
              <a:gd name="adj" fmla="val 242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Stock compté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est vraiment là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23360" y="2697480"/>
            <a:ext cx="6080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−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63143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Stock théorique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31436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que votre logiciel croit avoir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57516" y="2697480"/>
            <a:ext cx="6080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=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165592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L’écart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65592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Chaque différence a une cause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1520" y="457200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754880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À quoi sert un inventaire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31520" y="5166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 décisions sur des chiffres justes.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Commandes, réassort, promotions : tout repose sur le stock affiché.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09360" y="5166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 pertes mises au jour.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comptage montre ce qui manque.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L’inventaire et la loi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Une obligation légale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 commerçant doit contrôler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son stock par inventaire au moins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fois tous les douze mois.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de commerce, article L123-12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3840480"/>
            <a:ext cx="4206240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0233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bilan sincère.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stock est souvent le premier actif du magasin. Sa valeur doit être juste.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94960" y="1371600"/>
            <a:ext cx="6062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loi fixe un minimum. Le rythme, lui, se choisit.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94960" y="201168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Annuel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94960" y="231343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grand comptage, souvent à la clôture de l’exercice.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9496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1203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911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4619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6327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8035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9743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451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3159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867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75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8283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9990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1698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3406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5114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6822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8530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0238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1946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3654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5362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7069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8777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0485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2193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3901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5609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7317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025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90733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2441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14149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25856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37564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49272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60980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72688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4396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96104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07812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19520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31228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42936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54643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66351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78059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89767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101475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113183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1248913" y="261518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136599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394960" y="2761488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 semaine sur 52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5394960" y="306324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Tournant</a:t>
            </a:r>
            <a:endParaRPr lang="en-US" sz="1350" dirty="0"/>
          </a:p>
        </p:txBody>
      </p:sp>
      <p:sp>
        <p:nvSpPr>
          <p:cNvPr id="68" name="Text 65"/>
          <p:cNvSpPr/>
          <p:nvPr/>
        </p:nvSpPr>
        <p:spPr>
          <a:xfrm>
            <a:off x="5394960" y="336499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zone chaque semaine, sans fermer le magasin.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539496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51203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62911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74619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86327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98035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09743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21451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33159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44867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56575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68283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79990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91698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03406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5114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26822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38530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50238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61946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73654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85362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97069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08777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820485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32193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43901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55609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867317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879025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90733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902441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914149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925856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937564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49272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60980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72688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84396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996104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07812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19520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031228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42936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54643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066351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078059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089767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101475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113183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124891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136599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394960" y="3813048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52 semaines sur 52</a:t>
            </a:r>
            <a:endParaRPr lang="en-US" sz="950" dirty="0"/>
          </a:p>
        </p:txBody>
      </p:sp>
      <p:sp>
        <p:nvSpPr>
          <p:cNvPr id="122" name="Text 119"/>
          <p:cNvSpPr/>
          <p:nvPr/>
        </p:nvSpPr>
        <p:spPr>
          <a:xfrm>
            <a:off x="5394960" y="411480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Ciblé</a:t>
            </a:r>
            <a:endParaRPr lang="en-US" sz="1350" dirty="0"/>
          </a:p>
        </p:txBody>
      </p:sp>
      <p:sp>
        <p:nvSpPr>
          <p:cNvPr id="123" name="Text 120"/>
          <p:cNvSpPr/>
          <p:nvPr/>
        </p:nvSpPr>
        <p:spPr>
          <a:xfrm>
            <a:off x="5394960" y="441655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rayons sensibles, les meilleures ventes ou une zone tirée au hasard.</a:t>
            </a:r>
            <a:endParaRPr lang="en-US" sz="1100" dirty="0"/>
          </a:p>
        </p:txBody>
      </p:sp>
      <p:sp>
        <p:nvSpPr>
          <p:cNvPr id="124" name="Shape 121"/>
          <p:cNvSpPr/>
          <p:nvPr/>
        </p:nvSpPr>
        <p:spPr>
          <a:xfrm>
            <a:off x="539496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512039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62911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5746197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586327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98035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609743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21451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33159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6448672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656575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668283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6799909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91698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703406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7151146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726822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738530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750238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761946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773654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785362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7970699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808777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820485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32193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43901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55609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867317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879025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8907332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902441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914149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9258569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37564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49272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960980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9726885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984396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996104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1007812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019520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1031228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1042936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10546439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066351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78059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089767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101475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113183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1124891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136599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394960" y="4864608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 semaines sur 52</a:t>
            </a:r>
            <a:endParaRPr lang="en-US" sz="950" dirty="0"/>
          </a:p>
        </p:txBody>
      </p:sp>
      <p:sp>
        <p:nvSpPr>
          <p:cNvPr id="177" name="Text 174"/>
          <p:cNvSpPr/>
          <p:nvPr/>
        </p:nvSpPr>
        <p:spPr>
          <a:xfrm>
            <a:off x="5394960" y="5257800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trois se combinent : le tournant et le ciblé toute l’année,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l’annuel pour la photographie complète.</a:t>
            </a:r>
            <a:endParaRPr lang="en-US" sz="1150" dirty="0"/>
          </a:p>
        </p:txBody>
      </p:sp>
      <p:sp>
        <p:nvSpPr>
          <p:cNvPr id="178" name="Text 175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problèmes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démarque inconnue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marchandise qui figure au stock théorique, mais n’est plus en rayon.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 à 2 %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 chiffre d’affaires du commerce de détail, selon les études du secteur. Souvent plus que la marge nette.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1371600"/>
            <a:ext cx="6062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Ses quatre causes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94960" y="1783080"/>
            <a:ext cx="6062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 externe.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l’étalage, dans les rayons.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 interne.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 le personnel du magasin.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Casse et perte.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Produits abîmés, périmés, jetés sans être enregistrés.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Erreurs administratives.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Réceptions mal saisies, erreurs de caisse, retours oubliés.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345643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611880"/>
            <a:ext cx="6062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 que l’écart révèle d’autre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94960" y="4005072"/>
            <a:ext cx="6062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stocks négatifs.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Impossibles, donc une erreur de saisie ou de code-barres.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références fantômes.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Toujours au catalogue, elles gonflent la valeur du stock.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articles déplacés.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Présents mais introuvables, donc réassortis pour rien.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codes-barres inconnus.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 produits bien réels que votre référentiel ignore.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problèmes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Quand l’inventaire passe par un prestataire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Faute d’outil, beaucoup de magasins externalisent. Le fondateur de Quantinvo, contrôleur des stocks, en a vu les limites.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L’autonomie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0" y="271576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magasin ne lance pas son inventaire : il le demande.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Ajouter un compteur passe par le prestataire, et il faut attendre.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cadence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74720" y="376732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marque est comptée une fois par an, au mieux. Un gros écart attend l’inventaire annuel pour être recompté. Un seul inventaire à la fois, donc un seul rapport pour tout.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466344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matériel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74720" y="481888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 terminaux en fin de vie, qui ne servent qu’à l’inventaire. Des balises livrées de l’étranger : le bilan carbone n’est pas neutre. Seuls les appareils du prestataire savent les lire.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problèmes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 données figées, un écart trop tard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donnée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74720" y="212140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référentiel date de plusieurs mois. Le mettre à jour mobilise l’informatique. Un article absent du fichier ne se scanne pas : il se traite à la main, après coup.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zone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74720" y="326440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zones de comptage se choisissent dans une liste imposée. Il faut noter ailleurs l’emplacement réel de chacune. Une source d’erreur qui n’a aucune raison d’exister.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434340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5720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 On compte, on clôture, on découvre. »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31520" y="523036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Quand l’écart tombe, l’équipe est partie et le rayon a déjà bougé.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Vos fichiers, tels quels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CSV ou Excel, jusqu’à 100 000 références par inventaire.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fichier de votre logiciel, sans le retravailler. Vos noms de colonnes sont reconnus : SKU, EAN, Gencod, Qté…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stock théorique, si vous l’avez.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C’est lui qui fait apparaître l’écart de stock au rapport.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référentiel à jour.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superviseur charge ses fichiers à chaque inventaire, sans passer par l’informatique.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article inconnu ?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se crée au scan, et le comptage continue.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71616" y="2093976"/>
            <a:ext cx="5440680" cy="3158366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48840"/>
            <a:ext cx="5330952" cy="30486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343782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données d’un inventaire, sur le site.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Chaque rayon s’ouvre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d’un scan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compteur scanne la balise du rayon,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puis ses articles.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 balises imprimées au magasin.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planche d’étiquettes QR, qui sert à tous vos inventaires.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Vos emplacements, vos noms.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Réserve, surface de vente : chaque plage de balises porte le nom que vous lui donnez.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plusieurs, sans se gêner.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L’équipe compte en parallèle.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062472" cy="44166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5897974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étiquette QR sur la glissière d’un rayon (illustration).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Chacun compte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avec ce qu’il 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Aucun matériel à acheter.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téléphone, iPhone ou Android, par personne qui compte.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caméra suffit.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douchette Bluetooth se connecte pour qui la préfère. La saisie au clavier reste possible.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Rejoindre un inventaire.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Invité par e-mail, le compteur saisit le numéro d’inventaire et le code fournis par son superviseur. À la première ouverture, l’application lui montre ce qu’il doit faire.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Même sans réseau.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réserve, les scans restent sur le téléphone et partent dès le retour de la connexion.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896" y="1417320"/>
            <a:ext cx="1992100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19696" y="5751576"/>
            <a:ext cx="2906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Caméra, saisie ou douchette : au choix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396" y="1417320"/>
            <a:ext cx="1992100" cy="4206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26196" y="5751576"/>
            <a:ext cx="2906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première ouverture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L’avancement, en direct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superviseur voit chaque zone progresser, sur le site ou dans l’application. On suit le travail, pas les personnes.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688336"/>
            <a:ext cx="2554968" cy="27419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743200"/>
            <a:ext cx="2445240" cy="26322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51080" y="2688336"/>
            <a:ext cx="8006352" cy="2741936"/>
          </a:xfrm>
          <a:prstGeom prst="roundRect">
            <a:avLst>
              <a:gd name="adj" fmla="val 1334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944" y="2743200"/>
            <a:ext cx="7896624" cy="26322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6384" y="5521712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Suivi : progression et état de chaque zone.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Les écarts se tranchent le jour même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auditeur recompte la balise en seconde passe. L’écart entre les deux comptes s’affiche dès la fin de l’audit.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superviseur retient la quantité du compteur, celle de l’auditeur ou une autre.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85604" y="2642616"/>
            <a:ext cx="7417743" cy="3172968"/>
          </a:xfrm>
          <a:prstGeom prst="roundRect">
            <a:avLst>
              <a:gd name="adj" fmla="val 1153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68" y="2697480"/>
            <a:ext cx="7308015" cy="3063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40468" y="5888736"/>
            <a:ext cx="73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Écarts d’audit, sur le site.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 rapport qui fait foi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Chaque inventaire a le sien : stock théorique, stock compté, écart en unités et en valeur, article par article.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s’exporte en Excel ou en CSV, pour corriger le stock dans votre logiciel de gestion.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L’administrateur d’entreprise additionne les inventaires clôturés d’un magasin dans un rapport consolidé.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62082" y="2871216"/>
            <a:ext cx="8464789" cy="3081528"/>
          </a:xfrm>
          <a:prstGeom prst="roundRect">
            <a:avLst>
              <a:gd name="adj" fmla="val 118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46" y="2926080"/>
            <a:ext cx="8355061" cy="297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16946" y="6025896"/>
            <a:ext cx="83550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Rapport, sur le site.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Pourquoi nous choisir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Plus qu’un outil de comptage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magasin décide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0" y="2121408"/>
            <a:ext cx="7982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superviseur crée ses inventaires, invite ses compteurs et retire leurs accès.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Rien à demander, personne à attendre.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2688336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862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réseau d’un coup d’œil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74720" y="2880360"/>
            <a:ext cx="7982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L’administrateur d’entreprise ajoute les magasins et voit tous leurs inventaires.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Chaque magasin garde ses codes d’accès et son équipe.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3447288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Plusieurs inventaires à la fois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74720" y="3639312"/>
            <a:ext cx="7982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marque, un rayon, la réserve se comptent à part.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gros écart se recompte dès la semaine suivante.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" y="421538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Sérieux jusque dans les coulisses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4407408"/>
            <a:ext cx="798271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Données d’inventaire hébergées dans l’Union européenne, sans traceur publicitaire.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Double authentification pour qui administre.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Chacun télécharge ses données ou supprime son compte.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519836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3721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français et en anglais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74720" y="5390388"/>
            <a:ext cx="7982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l’application comme sur le site.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offres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188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 prix par magasin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tarif suit le nombre d’appareils qui comptent en même temps. Les comptes et les inventaires sont illimités.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3404616" cy="342900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41401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7552" y="2798064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2 appareils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072384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Vous comptez seul ou à deux, dans un magasin.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87552" y="34747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89 €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/ mois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87552" y="3950208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 950 € à l’année, soit 118 € de moins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87552" y="4242816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4352544"/>
            <a:ext cx="2892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Comptage et audit en seconde passe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Rapport d’écarts et export Excel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 CSV et Excel sans reformater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Aide en ligne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92168" y="2194560"/>
            <a:ext cx="3404616" cy="3429000"/>
          </a:xfrm>
          <a:prstGeom prst="roundRect">
            <a:avLst>
              <a:gd name="adj" fmla="val 1074"/>
            </a:avLst>
          </a:prstGeom>
          <a:solidFill>
            <a:srgbClr val="E7EDE9"/>
          </a:solidFill>
          <a:ln w="15875">
            <a:solidFill>
              <a:srgbClr val="1E4D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8200" y="241401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Advanced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648200" y="2798064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20 appareils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48200" y="3072384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Vous montez une équipe le jour de l’inventaire.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648200" y="34747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310 €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/ mois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4648200" y="3950208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 3 300 € à l’année, soit 420 € de moins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48200" y="4242816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48200" y="4352544"/>
            <a:ext cx="2892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 ce que contient Essential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Équipe, rôles et supervision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Balises imprimées et zones de comptage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Suivi de l’avancement en direct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Assistance par e-mail, les jours ouvrés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052816" y="2194560"/>
            <a:ext cx="3404616" cy="342900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08848" y="241401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308848" y="2798064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100 appareils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08848" y="3072384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grande surface, qui mobilise une équipe entière.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08848" y="34747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890 €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/ mois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8308848" y="3950208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 9 450 € à l’année, soit 1 230 € de moins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308848" y="4242816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08848" y="4352544"/>
            <a:ext cx="2892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 ce que contient Advanced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Console d’entreprise et journal des actions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Accompagnement du premier inventaire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Interlocuteur nommé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31520" y="5788152"/>
            <a:ext cx="10725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Au-delà de 100 appareils : 64 € par mois (690 € à l’année) par tranche de 10, jusqu’à 200.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1520" y="6035040"/>
            <a:ext cx="10725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TVA non applicable, article 293 B du CGI. Mensuel sans engagement ; annuel dû jusqu’à son terme.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402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Fiabilisez votre stock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avec Quantinvo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Dites-nous combien de magasins vous avez,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et combien d’appareils comptent en même temps dans chacun.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4937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contact@quantinvo.com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Devkaylab · Paris · www.quantinvo.com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présentation</dc:title>
  <dc:subject>PptxGenJS Presentation</dc:subject>
  <dc:creator>Devkaylab</dc:creator>
  <cp:lastModifiedBy>Devkaylab</cp:lastModifiedBy>
  <cp:revision>1</cp:revision>
  <dcterms:created xsi:type="dcterms:W3CDTF">2026-09-19T18:25:01Z</dcterms:created>
  <dcterms:modified xsi:type="dcterms:W3CDTF">2026-09-19T18:25:01Z</dcterms:modified>
</cp:coreProperties>
</file>
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Arial" pitchFamily="34" charset="0"/>
                <a:ea typeface="Arial" pitchFamily="34" charset="-122"/>
                <a:cs typeface="Arial"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ial" pitchFamily="34" charset="0"/>
                <a:ea typeface="Arial" pitchFamily="34" charset="-122"/>
                <a:cs typeface="Arial"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Arial" pitchFamily="34" charset="0"/>
                <a:ea typeface="Arial" pitchFamily="34" charset="-122"/>
                <a:cs typeface="Arial"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constat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ial" pitchFamily="34" charset="0"/>
                <a:ea typeface="Arial" pitchFamily="34" charset="-122"/>
                <a:cs typeface="Arial"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Arial" pitchFamily="34" charset="0"/>
                <a:ea typeface="Arial" pitchFamily="34" charset="-122"/>
                <a:cs typeface="Arial"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grand inventaire.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prestataire.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chiffre.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Le papier.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D'où ça vient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14181A"/>
                </a:solidFill>
                <a:latin typeface="Arial" pitchFamily="34" charset="0"/>
                <a:ea typeface="Arial" pitchFamily="34" charset="-122"/>
                <a:cs typeface="Arial"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Arial" pitchFamily="34" charset="0"/>
                <a:ea typeface="Arial" pitchFamily="34" charset="-122"/>
                <a:cs typeface="Arial"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Ce que ça change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Arial" pitchFamily="34" charset="0"/>
                <a:ea typeface="Arial" pitchFamily="34" charset="-122"/>
                <a:cs typeface="Arial"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Arial" pitchFamily="34" charset="0"/>
                <a:ea typeface="Arial" pitchFamily="34" charset="-122"/>
                <a:cs typeface="Arial"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2E5E1"/>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2E5E1"/>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2E5E1"/>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2E5E1"/>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2E5E1"/>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Arial" pitchFamily="34" charset="0"/>
                <a:ea typeface="Arial" pitchFamily="34" charset="-122"/>
                <a:cs typeface="Arial"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Arial" pitchFamily="34" charset="0"/>
                <a:ea typeface="Arial" pitchFamily="34" charset="-122"/>
                <a:cs typeface="Arial"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2E5E1"/>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Comment ça se passe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2E5E1"/>
            </a:solidFill>
            <a:prstDash val="solid"/>
          </a:ln>
        </p:spPr>
      </p:sp>
      <p:sp>
        <p:nvSpPr>
          <p:cNvPr id="8" name="Text 5"/>
          <p:cNvSpPr/>
          <p:nvPr/>
        </p:nvSpPr>
        <p:spPr>
          <a:xfrm>
            <a:off x="731520"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ial" pitchFamily="34" charset="0"/>
                <a:ea typeface="Arial" pitchFamily="34" charset="-122"/>
                <a:cs typeface="Arial"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ial" pitchFamily="34" charset="0"/>
                <a:ea typeface="Arial" pitchFamily="34" charset="-122"/>
                <a:cs typeface="Arial"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Arial" pitchFamily="34" charset="0"/>
                <a:ea typeface="Arial" pitchFamily="34" charset="-122"/>
                <a:cs typeface="Arial"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tableau de bord</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Les écarts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Le rapport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ial" pitchFamily="34" charset="0"/>
                <a:ea typeface="Arial" pitchFamily="34" charset="-122"/>
                <a:cs typeface="Arial"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Arial" pitchFamily="34" charset="0"/>
                <a:ea typeface="Arial" pitchFamily="34" charset="-122"/>
                <a:cs typeface="Arial"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Mise en route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2E5E1"/>
            </a:solidFill>
            <a:prstDash val="solid"/>
          </a:ln>
        </p:spPr>
      </p:sp>
      <p:sp>
        <p:nvSpPr>
          <p:cNvPr id="8" name="Text 5"/>
          <p:cNvSpPr/>
          <p:nvPr/>
        </p:nvSpPr>
        <p:spPr>
          <a:xfrm>
            <a:off x="731520"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ial" pitchFamily="34" charset="0"/>
                <a:ea typeface="Arial" pitchFamily="34" charset="-122"/>
                <a:cs typeface="Arial"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Arial" pitchFamily="34" charset="0"/>
                <a:ea typeface="Arial" pitchFamily="34" charset="-122"/>
                <a:cs typeface="Arial"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Confiance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Les données restent en Europe.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 RGPD est dans le produit.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Les accès sont nominatifs.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14181A"/>
                </a:solidFill>
                <a:latin typeface="Arial" pitchFamily="34" charset="0"/>
                <a:ea typeface="Arial" pitchFamily="34" charset="-122"/>
                <a:cs typeface="Arial" pitchFamily="34" charset="-120"/>
              </a:rPr>
              <a:t>Aucun traceur. </a:t>
            </a:r>
            <a:pPr indent="0" marL="0">
              <a:lnSpc>
                <a:spcPct val="118000"/>
              </a:lnSpc>
              <a:spcAft>
                <a:spcPts val="1200"/>
              </a:spcAft>
              <a:buNone/>
            </a:pPr>
            <a:r>
              <a:rPr lang="en-US" sz="1250" dirty="0">
                <a:solidFill>
                  <a:srgbClr val="3A423F"/>
                </a:solidFill>
                <a:latin typeface="Arial" pitchFamily="34" charset="0"/>
                <a:ea typeface="Arial" pitchFamily="34" charset="-122"/>
                <a:cs typeface="Arial"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Arial" pitchFamily="34" charset="0"/>
                <a:ea typeface="Arial" pitchFamily="34" charset="-122"/>
                <a:cs typeface="Arial"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Arial" pitchFamily="34" charset="0"/>
                <a:ea typeface="Arial" pitchFamily="34" charset="-122"/>
                <a:cs typeface="Arial"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Arial" pitchFamily="34" charset="0"/>
                <a:ea typeface="Arial" pitchFamily="34" charset="-122"/>
                <a:cs typeface="Arial"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310 €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Arial" pitchFamily="34" charset="0"/>
                <a:ea typeface="Arial" pitchFamily="34" charset="-122"/>
                <a:cs typeface="Arial"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ial" pitchFamily="34" charset="0"/>
                <a:ea typeface="Arial" pitchFamily="34" charset="-122"/>
                <a:cs typeface="Arial" pitchFamily="34" charset="-120"/>
              </a:rPr>
              <a:t>890 €</a:t>
            </a:r>
            <a:pPr indent="0" marL="0">
              <a:buNone/>
            </a:pPr>
            <a:r>
              <a:rPr lang="en-US" sz="1050" dirty="0">
                <a:solidFill>
                  <a:srgbClr val="575F5C"/>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14181A"/>
                </a:solidFill>
                <a:latin typeface="Arial" pitchFamily="34" charset="0"/>
                <a:ea typeface="Arial" pitchFamily="34" charset="-122"/>
                <a:cs typeface="Arial" pitchFamily="34" charset="-120"/>
              </a:rPr>
              <a:t>Tout est compris. </a:t>
            </a:r>
            <a:pPr indent="0" marL="0">
              <a:lnSpc>
                <a:spcPct val="118000"/>
              </a:lnSpc>
              <a:spcAft>
                <a:spcPts val="1000"/>
              </a:spcAft>
              <a:buNone/>
            </a:pPr>
            <a:r>
              <a:rPr lang="en-US" sz="1250" dirty="0">
                <a:solidFill>
                  <a:srgbClr val="3A423F"/>
                </a:solidFill>
                <a:latin typeface="Arial" pitchFamily="34" charset="0"/>
                <a:ea typeface="Arial" pitchFamily="34" charset="-122"/>
                <a:cs typeface="Arial"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75F5C"/>
                </a:solidFill>
                <a:latin typeface="Arial" pitchFamily="34" charset="0"/>
                <a:ea typeface="Arial" pitchFamily="34" charset="-122"/>
                <a:cs typeface="Arial"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ial" pitchFamily="34" charset="0"/>
                <a:ea typeface="Arial" pitchFamily="34" charset="-122"/>
                <a:cs typeface="Arial"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Arial" pitchFamily="34" charset="0"/>
                <a:ea typeface="Arial" pitchFamily="34" charset="-122"/>
                <a:cs typeface="Arial"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L'inventaire fiscal certifié.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Une connexion à votre ERP.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Android sur les boutiques.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14181A"/>
                </a:solidFill>
                <a:latin typeface="Arial" pitchFamily="34" charset="0"/>
                <a:ea typeface="Arial" pitchFamily="34" charset="-122"/>
                <a:cs typeface="Arial" pitchFamily="34" charset="-120"/>
              </a:rPr>
              <a:t>La connexion par votre annuaire. </a:t>
            </a:r>
            <a:pPr indent="0" marL="0">
              <a:lnSpc>
                <a:spcPct val="118000"/>
              </a:lnSpc>
              <a:spcAft>
                <a:spcPts val="1400"/>
              </a:spcAft>
              <a:buNone/>
            </a:pPr>
            <a:r>
              <a:rPr lang="en-US" sz="1400" dirty="0">
                <a:solidFill>
                  <a:srgbClr val="3A423F"/>
                </a:solidFill>
                <a:latin typeface="Arial" pitchFamily="34" charset="0"/>
                <a:ea typeface="Arial" pitchFamily="34" charset="-122"/>
                <a:cs typeface="Arial"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Arial" pitchFamily="34" charset="0"/>
                <a:ea typeface="Arial" pitchFamily="34" charset="-122"/>
                <a:cs typeface="Arial"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ial" pitchFamily="34" charset="0"/>
                <a:ea typeface="Arial" pitchFamily="34" charset="-122"/>
                <a:cs typeface="Arial"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Arial" pitchFamily="34" charset="0"/>
                <a:ea typeface="Arial" pitchFamily="34" charset="-122"/>
                <a:cs typeface="Arial"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2026-09-09T21:04:17Z</dcterms:created>
  <dcterms:modified xsi:type="dcterms:W3CDTF">2026-09-09T21:04:17Z</dcterms:modified>
</cp:coreProperties>
</file>
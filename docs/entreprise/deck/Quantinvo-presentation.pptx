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Mise en route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3E6EE"/>
            </a:solidFill>
            <a:prstDash val="solid"/>
          </a:ln>
        </p:spPr>
      </p:sp>
      <p:sp>
        <p:nvSpPr>
          <p:cNvPr id="8" name="Text 5"/>
          <p:cNvSpPr/>
          <p:nvPr/>
        </p:nvSpPr>
        <p:spPr>
          <a:xfrm>
            <a:off x="731520"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Tout est compris.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B6475"/>
                </a:solidFill>
                <a:latin typeface="Arial" pitchFamily="34" charset="0"/>
                <a:ea typeface="Arial" pitchFamily="34" charset="-122"/>
                <a:cs typeface="Arial"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2026-09-02T16:51:29Z</dcterms:created>
  <dcterms:modified xsi:type="dcterms:W3CDTF">2026-09-02T16:51:29Z</dcterms:modified>
</cp:coreProperties>
</file>
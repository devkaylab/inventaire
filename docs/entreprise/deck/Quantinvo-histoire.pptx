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deck ne se vend à personne. Il sert à garder la trace — et à se souvenir, dans six mois, de ce à quoi l’outil ressemblait au départ.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trois captures viennent du tutoriel du premier commit — c’est la seule trace qui reste de l’application de juin.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cyan n’a pas été remplacé : il a été supprimé. C’était le faisceau du cube, il n’avait plus d’objet une fois le cube parti.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Registre n’habille que ce qui fait foi : le rapport, les écarts, le devis. Le reste de l’app reste en Ardoise — c’est la frontière, et une garde la tient.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décisions sur des centaines. C’est peu — et c’est normal : une décision qui tient trois mois sans être rediscutée est rare.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85800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44752" y="658368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731520" y="1481328"/>
            <a:ext cx="2011680" cy="20117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juin → 13 septembre 2026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D’où l’on vient.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Quatre-vingt-dix jours, trois marques, deux refontes d’identité. Tout ce que montre ce document a été retrouvé dans l’historique du dépôt : ce sont les écrans qui ont réellement existé, pas des reconstitutions.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6080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Devkaylab  ·  septembre 2026  ·  document interne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Quatre-vingt-dix jours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8016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dates, et ce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qu’elles ont changé.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92608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reste — les 627 commits — tient entre ces six-là. </a:t>
            </a:r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de ces dates n’était prévue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 : chacune est née d’un constat, en regardant l’outil tourner.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394960" y="1207008"/>
            <a:ext cx="606247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94960" y="12984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4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juin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720840" y="12984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premier commit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686800" y="1271016"/>
            <a:ext cx="2770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application Expo sortie du gabarit : thème clair, icône bleue, un écran « Sessions ».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394960" y="2011680"/>
            <a:ext cx="606247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94960" y="21031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4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juin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720840" y="2103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première marque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686800" y="2075688"/>
            <a:ext cx="2770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cube isométrique et son faisceau. Elle tiendra deux mois et demi.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394960" y="2816352"/>
            <a:ext cx="606247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94960" y="29077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4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août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720840" y="29077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site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686800" y="2880360"/>
            <a:ext cx="2770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Next.js. La vitrine, la connexion, puis le tableau de bord du superviseur le 12.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394960" y="3621024"/>
            <a:ext cx="606247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94960" y="37124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4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août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720840" y="37124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L’argent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8686800" y="3685032"/>
            <a:ext cx="2770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Devis automatique, acceptation en ligne, Stripe. Le produit devient vendable.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394960" y="4425696"/>
            <a:ext cx="606247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94960" y="451713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4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septembre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6720840" y="45171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Ardoise et Registre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8686800" y="4489704"/>
            <a:ext cx="2770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refonte : gris minéraux, vert forêt, la marque devient un plan de magasin.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394960" y="5230368"/>
            <a:ext cx="606247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394960" y="53218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4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septembre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6720840" y="53218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boutiques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8686800" y="5294376"/>
            <a:ext cx="2770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deux fiches déposées, build 4 chez Apple. L’outil attend l’immatriculation.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d’où l’on vient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juin 2026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8016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premier jour,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l’outil ressemblait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ça.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32004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gabarit Expo à peine habillé : le thème clair, du bleu partout, un bouton d’aide en haut à droite, et le mot « Session » là où on dit aujourd’hui « inventaire ». Le compte de test s’appelait Hermès.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1520" y="4572000"/>
            <a:ext cx="4937760" cy="1143000"/>
          </a:xfrm>
          <a:prstGeom prst="roundRect">
            <a:avLst>
              <a:gd name="adj" fmla="val 3200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473659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a disparu depuis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005840" y="4992624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tutoriel intégré — ces captures en sont les pages — a été retiré en entier. Il décrivait déjà des écrans qui n’existaient plus.</a:t>
            </a:r>
            <a:endParaRPr lang="en-US" sz="11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1828800" cy="384134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43600" y="5322669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inventaires</a:t>
            </a:r>
            <a:endParaRPr lang="en-US" sz="9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432" y="1371600"/>
            <a:ext cx="1828800" cy="384134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28432" y="5322669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L’import</a:t>
            </a:r>
            <a:endParaRPr lang="en-US" sz="9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4" y="1371600"/>
            <a:ext cx="1828800" cy="384134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113264" y="5322669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rapport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d’où l’on vient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marque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8016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icônes, trois façons de dire ce qu’on fait.</a:t>
            </a:r>
            <a:endParaRPr lang="en-US" sz="2600" dirty="0"/>
          </a:p>
        </p:txBody>
      </p:sp>
      <p:pic>
        <p:nvPicPr>
          <p:cNvPr id="7" name="Image 1" descr="/Users/julien/Documents/App inventaire/docs/entreprise/deck/histoire/icone-2026-06-1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096" y="2148840"/>
            <a:ext cx="2331720" cy="23317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11096" y="4617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4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juin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911096" y="487375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gabarit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911096" y="5202936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L’icône d’Expo, jamais remplacée pendant quatre jours. Elle ne disait rien du produit — c’était son seul défaut, et il était complet.</a:t>
            </a:r>
            <a:endParaRPr lang="en-US" sz="1000" dirty="0"/>
          </a:p>
        </p:txBody>
      </p:sp>
      <p:pic>
        <p:nvPicPr>
          <p:cNvPr id="11" name="Image 2" descr="/Users/julien/Documents/App inventaire/docs/entreprise/deck/histoire/icone-2026-06-1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616" y="2148840"/>
            <a:ext cx="2331720" cy="23317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28616" y="4617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4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juin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4928616" y="487375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cube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928616" y="5202936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volume en perspective traversé d’un faisceau : l’objet scanné, et le geste. Elle a tenu jusqu’au 6 septembre.</a:t>
            </a:r>
            <a:endParaRPr lang="en-US" sz="1000" dirty="0"/>
          </a:p>
        </p:txBody>
      </p:sp>
      <p:pic>
        <p:nvPicPr>
          <p:cNvPr id="15" name="Image 3" descr="/Users/julien/Documents/App inventaire/docs/entreprise/deck/histoire/icone-2026-09-0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6136" y="2148840"/>
            <a:ext cx="2331720" cy="23317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946136" y="4617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4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septembre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7946136" y="487375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zone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7946136" y="5202936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plan de magasin vu du dessus : le cadre, trois allées, et celle qu’on est en train de compter, pleine.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d’où l’on vient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juin 2026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801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cube avait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été dessiné.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394960" y="1325880"/>
            <a:ext cx="606247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1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planche de juin.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Elle sortait d’un outil de dessin, livrée en archive avec son projet et ses déclinaisons — l’icône, les tuiles, les tailles. C’est le seul croquis qui ait survécu : le reste des décisions visuelles s’est prise à l’écran, en regardant le produit tourner.</a:t>
            </a:r>
            <a:endParaRPr lang="en-US" sz="1150" dirty="0"/>
          </a:p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1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qu’elle montre.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volume violet, un faisceau cyan, et le mot-symbole en capitales espacées. Trois signes qu’on retrouvera partout — l’icône, le bandeau des e-mails, le filet sous les en-têtes du site — et qu’il faudra retirer un par un le 6 septembre.</a:t>
            </a:r>
            <a:endParaRPr lang="en-US" sz="1150" dirty="0"/>
          </a:p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1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il est tombé.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cube en perspective dit « objet », pas « magasin ». Et le violet plus le cyan sur fond bleu nuit est la palette que produit une machine quand on ne lui demande rien de précis.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76656" y="2880360"/>
            <a:ext cx="4315968" cy="3066669"/>
          </a:xfrm>
          <a:prstGeom prst="roundRect">
            <a:avLst>
              <a:gd name="adj" fmla="val 1193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pic>
        <p:nvPicPr>
          <p:cNvPr id="9" name="Image 1" descr="/Users/julien/Documents/App inventaire/docs/entreprise/deck/histoire/croquis-logo-2026-06-1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108960"/>
            <a:ext cx="3474720" cy="210654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5325237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planche livrée avec l’archive du logo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d’où l’on vient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thème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8016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palette a changé de famille, pas de ton.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01168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gauche le site du 4 août : bleu nuit, indigo, cyan. À droite Ardoise, depuis le 6 septembre : des gris minéraux et un vert forêt qui ne sert qu’à ce qui engage — un bouton, un chiffre, une alerte. Les deux sont sombres ; c’est le seul point commun.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29718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— 4 août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291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Sora + Inter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31520" y="3749040"/>
            <a:ext cx="932688" cy="932688"/>
          </a:xfrm>
          <a:prstGeom prst="roundRect">
            <a:avLst>
              <a:gd name="adj" fmla="val 3922"/>
            </a:avLst>
          </a:prstGeom>
          <a:solidFill>
            <a:srgbClr val="0B0F19"/>
          </a:solidFill>
          <a:ln w="9525">
            <a:solidFill>
              <a:srgbClr val="E2E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477316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31520" y="4974336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#0B0F19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1755648" y="3749040"/>
            <a:ext cx="932688" cy="932688"/>
          </a:xfrm>
          <a:prstGeom prst="roundRect">
            <a:avLst>
              <a:gd name="adj" fmla="val 3922"/>
            </a:avLst>
          </a:prstGeom>
          <a:solidFill>
            <a:srgbClr val="151A27"/>
          </a:solidFill>
          <a:ln w="9525">
            <a:solidFill>
              <a:srgbClr val="E2E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755648" y="477316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55648" y="4974336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#151A27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779776" y="3749040"/>
            <a:ext cx="932688" cy="932688"/>
          </a:xfrm>
          <a:prstGeom prst="roundRect">
            <a:avLst>
              <a:gd name="adj" fmla="val 3922"/>
            </a:avLst>
          </a:prstGeom>
          <a:solidFill>
            <a:srgbClr val="6366F1"/>
          </a:solidFill>
          <a:ln w="9525">
            <a:solidFill>
              <a:srgbClr val="E2E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79776" y="477316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779776" y="4974336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#6366F1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803904" y="3749040"/>
            <a:ext cx="932688" cy="932688"/>
          </a:xfrm>
          <a:prstGeom prst="roundRect">
            <a:avLst>
              <a:gd name="adj" fmla="val 3922"/>
            </a:avLst>
          </a:prstGeom>
          <a:solidFill>
            <a:srgbClr val="38C9FF"/>
          </a:solidFill>
          <a:ln w="9525">
            <a:solidFill>
              <a:srgbClr val="E2E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03904" y="477316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Filet de scan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803904" y="4974336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#38C9FF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828032" y="3749040"/>
            <a:ext cx="932688" cy="932688"/>
          </a:xfrm>
          <a:prstGeom prst="roundRect">
            <a:avLst>
              <a:gd name="adj" fmla="val 3922"/>
            </a:avLst>
          </a:prstGeom>
          <a:solidFill>
            <a:srgbClr val="F3F5F9"/>
          </a:solidFill>
          <a:ln w="9525">
            <a:solidFill>
              <a:srgbClr val="E2E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28032" y="477316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828032" y="4974336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#F3F5F9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519672" y="29718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Ardoise — 6 septembre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519672" y="3291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 + Public Sans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519672" y="3749040"/>
            <a:ext cx="932688" cy="932688"/>
          </a:xfrm>
          <a:prstGeom prst="roundRect">
            <a:avLst>
              <a:gd name="adj" fmla="val 3922"/>
            </a:avLst>
          </a:prstGeom>
          <a:solidFill>
            <a:srgbClr val="141716"/>
          </a:solidFill>
          <a:ln w="9525">
            <a:solidFill>
              <a:srgbClr val="E2E5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19672" y="477316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519672" y="4974336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#141716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7543800" y="3749040"/>
            <a:ext cx="932688" cy="932688"/>
          </a:xfrm>
          <a:prstGeom prst="roundRect">
            <a:avLst>
              <a:gd name="adj" fmla="val 3922"/>
            </a:avLst>
          </a:prstGeom>
          <a:solidFill>
            <a:srgbClr val="1B1F1E"/>
          </a:solidFill>
          <a:ln w="9525">
            <a:solidFill>
              <a:srgbClr val="E2E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43800" y="477316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543800" y="4974336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#1B1F1E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8567928" y="3749040"/>
            <a:ext cx="932688" cy="932688"/>
          </a:xfrm>
          <a:prstGeom prst="roundRect">
            <a:avLst>
              <a:gd name="adj" fmla="val 3922"/>
            </a:avLst>
          </a:prstGeom>
          <a:solidFill>
            <a:srgbClr val="5FA88A"/>
          </a:solidFill>
          <a:ln w="9525">
            <a:solidFill>
              <a:srgbClr val="E2E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567928" y="477316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8567928" y="4974336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#5FA88A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9592056" y="3749040"/>
            <a:ext cx="932688" cy="932688"/>
          </a:xfrm>
          <a:prstGeom prst="roundRect">
            <a:avLst>
              <a:gd name="adj" fmla="val 3922"/>
            </a:avLst>
          </a:prstGeom>
          <a:solidFill>
            <a:srgbClr val="8FC9B0"/>
          </a:solidFill>
          <a:ln w="9525">
            <a:solidFill>
              <a:srgbClr val="E2E5E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592056" y="477316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 clair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9592056" y="4974336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#8FC9B0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10616184" y="3749040"/>
            <a:ext cx="932688" cy="932688"/>
          </a:xfrm>
          <a:prstGeom prst="roundRect">
            <a:avLst>
              <a:gd name="adj" fmla="val 3922"/>
            </a:avLst>
          </a:prstGeom>
          <a:solidFill>
            <a:srgbClr val="ECEFEC"/>
          </a:solidFill>
          <a:ln w="9525">
            <a:solidFill>
              <a:srgbClr val="E2E5E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616184" y="477316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Texte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616184" y="4974336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#ECEFEC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088990" y="2971800"/>
            <a:ext cx="10973" cy="2194560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d’où l’on vient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L’application · l’accueil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8016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même écran, à trois moments.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10312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juin — « Sessions »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2487168"/>
            <a:ext cx="33924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Thème clair, bouton bleu, un bouton d’aide. Le mot « session » vient de la base, pas du métier.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3108960"/>
            <a:ext cx="3392424" cy="3090672"/>
          </a:xfrm>
          <a:prstGeom prst="roundRect">
            <a:avLst>
              <a:gd name="adj" fmla="val 1183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3107137"/>
            <a:ext cx="2770632" cy="309249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98264" y="210312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septembre — « Inventaires »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398264" y="2487168"/>
            <a:ext cx="33924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vocabulaire a suivi le terrain. Le thème sombre est arrivé, l’indigo tient encore.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398264" y="3108960"/>
            <a:ext cx="3392424" cy="3090672"/>
          </a:xfrm>
          <a:prstGeom prst="roundRect">
            <a:avLst>
              <a:gd name="adj" fmla="val 1183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3107137"/>
            <a:ext cx="2770632" cy="309249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65008" y="210312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Aujourd’hui — Ardoise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8065008" y="2487168"/>
            <a:ext cx="33924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Gris minéraux, vert forêt, coins nets, plus une ombre sous les cartes.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8065008" y="3108960"/>
            <a:ext cx="3392424" cy="3090672"/>
          </a:xfrm>
          <a:prstGeom prst="roundRect">
            <a:avLst>
              <a:gd name="adj" fmla="val 1183"/>
            </a:avLst>
          </a:prstGeom>
          <a:solidFill>
            <a:srgbClr val="E7EDE9"/>
          </a:solidFill>
          <a:ln w="12700">
            <a:solidFill>
              <a:srgbClr val="E7EDE9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3107137"/>
            <a:ext cx="2770632" cy="309249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d’où l’on vient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L’application · le rapport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8016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rapport a fini par ressembler à un document.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10312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juin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2487168"/>
            <a:ext cx="33924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synthèse à zéro et un bouton d’export. Rien à lire tant que rien n’est compté.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3108960"/>
            <a:ext cx="3392424" cy="3090672"/>
          </a:xfrm>
          <a:prstGeom prst="roundRect">
            <a:avLst>
              <a:gd name="adj" fmla="val 1183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3107137"/>
            <a:ext cx="2770632" cy="309249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98264" y="210312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septembre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398264" y="2487168"/>
            <a:ext cx="33924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chiffres sont là, dans des cartes arrondies — le même habillage que le reste de l’app.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398264" y="3108960"/>
            <a:ext cx="3392424" cy="3090672"/>
          </a:xfrm>
          <a:prstGeom prst="roundRect">
            <a:avLst>
              <a:gd name="adj" fmla="val 1183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3107137"/>
            <a:ext cx="2770632" cy="309249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65008" y="210312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Aujourd’hui — Registre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8065008" y="2487168"/>
            <a:ext cx="33924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Filets d’encre, titre en serif, chiffres en chasse fixe : ce qui fait foi se lit autrement.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8065008" y="3108960"/>
            <a:ext cx="3392424" cy="3090672"/>
          </a:xfrm>
          <a:prstGeom prst="roundRect">
            <a:avLst>
              <a:gd name="adj" fmla="val 1183"/>
            </a:avLst>
          </a:prstGeom>
          <a:solidFill>
            <a:srgbClr val="E7EDE9"/>
          </a:solidFill>
          <a:ln w="12700">
            <a:solidFill>
              <a:srgbClr val="E7EDE9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3107137"/>
            <a:ext cx="2770632" cy="309249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d’où l’on vient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L’application · les écarts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8016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L’arbitrage est passé d’un tableau à un geste.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10312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juin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2487168"/>
            <a:ext cx="33924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compteurs à zéro et une explication de passes. On lisait la mécanique, pas le travail.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3108960"/>
            <a:ext cx="3392424" cy="3090672"/>
          </a:xfrm>
          <a:prstGeom prst="roundRect">
            <a:avLst>
              <a:gd name="adj" fmla="val 1183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3107137"/>
            <a:ext cx="2770632" cy="309249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98264" y="210312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septembre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398264" y="2487168"/>
            <a:ext cx="33924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boutons tranchent en un appui — le compte du compteur, celui de l’auditeur.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398264" y="3108960"/>
            <a:ext cx="3392424" cy="3090672"/>
          </a:xfrm>
          <a:prstGeom prst="roundRect">
            <a:avLst>
              <a:gd name="adj" fmla="val 1183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3107137"/>
            <a:ext cx="2770632" cy="309249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65008" y="210312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Aujourd’hui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8065008" y="2487168"/>
            <a:ext cx="33924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deux couleurs de passe sont restées : elles disent qui a compté quoi.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8065008" y="3108960"/>
            <a:ext cx="3392424" cy="3090672"/>
          </a:xfrm>
          <a:prstGeom prst="roundRect">
            <a:avLst>
              <a:gd name="adj" fmla="val 1183"/>
            </a:avLst>
          </a:prstGeom>
          <a:solidFill>
            <a:srgbClr val="E7EDE9"/>
          </a:solidFill>
          <a:ln w="12700">
            <a:solidFill>
              <a:srgbClr val="E7EDE9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3107137"/>
            <a:ext cx="2770632" cy="309249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d’où l’on vient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site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8016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vitrine a cessé de ressembler à toutes les autres.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01168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gauche le 1ᵉʳ septembre, à droite aujourd’hui. Ce qui est parti tient en quatre tics : la pastille de surtitre, le dégradé sur un demi-titre, les cubes flottants, et tout au centre. Ce qui les a remplacés est une photographie.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399946" y="2651760"/>
            <a:ext cx="4557370" cy="310896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2E5E1"/>
            </a:solidFill>
            <a:prstDash val="solid"/>
          </a:ln>
        </p:spPr>
      </p:sp>
      <p:pic>
        <p:nvPicPr>
          <p:cNvPr id="9" name="Image 1" descr="/Users/julien/Documents/App inventaire/docs/entreprise/deck/histoire/site-2026-09-01-accue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666" y="2697480"/>
            <a:ext cx="4465930" cy="30175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45666" y="5824728"/>
            <a:ext cx="44659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1ᵉʳ septembre 2026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231636" y="2651760"/>
            <a:ext cx="4557370" cy="310896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2E5E1"/>
            </a:solidFill>
            <a:prstDash val="solid"/>
          </a:ln>
        </p:spPr>
      </p:sp>
      <p:pic>
        <p:nvPicPr>
          <p:cNvPr id="12" name="Image 2" descr="/Users/julien/Documents/App inventaire/docs/entreprise/deck/histoire/site-2026-09-13-accuei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7356" y="2697480"/>
            <a:ext cx="4465930" cy="30175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77356" y="5824728"/>
            <a:ext cx="44659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septembre 2026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d’où l’on vient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L’image de partage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8016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Celle qu’on oublie, et qui part partout.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01168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Elle s’affiche chaque fois qu’un lien du site est collé dans un message, dans Slack ou sur LinkedIn. </a:t>
            </a:r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Elle est restée à l’ancienne identité dix jours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après le reste du produit — parce qu’elle vit dans un dossier de documents, hors de ce que les tests balaient. Corrigée le 13 septembre, et une garde refuse désormais toute couleur de l’ancienne palette.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85800" y="3017520"/>
            <a:ext cx="5271516" cy="2810980"/>
          </a:xfrm>
          <a:prstGeom prst="roundRect">
            <a:avLst>
              <a:gd name="adj" fmla="val 1301"/>
            </a:avLst>
          </a:prstGeom>
          <a:solidFill>
            <a:srgbClr val="FFFFFF"/>
          </a:solidFill>
          <a:ln w="12700">
            <a:solidFill>
              <a:srgbClr val="E2E5E1"/>
            </a:solidFill>
            <a:prstDash val="solid"/>
          </a:ln>
        </p:spPr>
      </p:sp>
      <p:pic>
        <p:nvPicPr>
          <p:cNvPr id="9" name="Image 1" descr="/Users/julien/Documents/App inventaire/docs/entreprise/deck/histoire/og-2026-09-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063240"/>
            <a:ext cx="5180076" cy="27195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5892508"/>
            <a:ext cx="5180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septembre — le cube, l’indigo, le filet cyan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231636" y="3017520"/>
            <a:ext cx="5271516" cy="2810980"/>
          </a:xfrm>
          <a:prstGeom prst="roundRect">
            <a:avLst>
              <a:gd name="adj" fmla="val 1301"/>
            </a:avLst>
          </a:prstGeom>
          <a:solidFill>
            <a:srgbClr val="FFFFFF"/>
          </a:solidFill>
          <a:ln w="12700">
            <a:solidFill>
              <a:srgbClr val="E2E5E1"/>
            </a:solidFill>
            <a:prstDash val="solid"/>
          </a:ln>
        </p:spPr>
      </p:sp>
      <p:pic>
        <p:nvPicPr>
          <p:cNvPr id="12" name="Image 2" descr="/Users/julien/Documents/App inventaire/docs/entreprise/deck/histoire/og-2026-09-1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7356" y="3063240"/>
            <a:ext cx="5180076" cy="27195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77356" y="5892508"/>
            <a:ext cx="5180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septembre — Ardoise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d’où l’on vient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ça pèse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8016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Quatre-vingt-dix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jours, en chiffres.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9260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Ils ne disent pas si l’outil est bon — seulement ce qu’il a fallu de travail pour arriver là où il est. Ils se remesurent, ils ne se recopient pas.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394960" y="1371600"/>
            <a:ext cx="1929384" cy="1417320"/>
          </a:xfrm>
          <a:prstGeom prst="roundRect">
            <a:avLst>
              <a:gd name="adj" fmla="val 2581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96128" y="1554480"/>
            <a:ext cx="152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4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627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5596128" y="2267712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461504" y="1371600"/>
            <a:ext cx="1929384" cy="1417320"/>
          </a:xfrm>
          <a:prstGeom prst="roundRect">
            <a:avLst>
              <a:gd name="adj" fmla="val 2581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62672" y="1554480"/>
            <a:ext cx="152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4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175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7662672" y="2267712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migrations de base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528048" y="1371600"/>
            <a:ext cx="1929384" cy="1417320"/>
          </a:xfrm>
          <a:prstGeom prst="roundRect">
            <a:avLst>
              <a:gd name="adj" fmla="val 2581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729216" y="1554480"/>
            <a:ext cx="152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4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9729216" y="2267712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fonctions serveur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394960" y="3017520"/>
            <a:ext cx="1929384" cy="1417320"/>
          </a:xfrm>
          <a:prstGeom prst="roundRect">
            <a:avLst>
              <a:gd name="adj" fmla="val 2581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96128" y="3200400"/>
            <a:ext cx="152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4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1 953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5596128" y="3913632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de garde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461504" y="3017520"/>
            <a:ext cx="1929384" cy="1417320"/>
          </a:xfrm>
          <a:prstGeom prst="roundRect">
            <a:avLst>
              <a:gd name="adj" fmla="val 2581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62672" y="3200400"/>
            <a:ext cx="152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4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3200" dirty="0"/>
          </a:p>
        </p:txBody>
      </p:sp>
      <p:sp>
        <p:nvSpPr>
          <p:cNvPr id="22" name="Text 19"/>
          <p:cNvSpPr/>
          <p:nvPr/>
        </p:nvSpPr>
        <p:spPr>
          <a:xfrm>
            <a:off x="7662672" y="3913632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fichiers de test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9528048" y="3017520"/>
            <a:ext cx="1929384" cy="1417320"/>
          </a:xfrm>
          <a:prstGeom prst="roundRect">
            <a:avLst>
              <a:gd name="adj" fmla="val 2581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729216" y="3200400"/>
            <a:ext cx="152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4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3200" dirty="0"/>
          </a:p>
        </p:txBody>
      </p:sp>
      <p:sp>
        <p:nvSpPr>
          <p:cNvPr id="25" name="Text 22"/>
          <p:cNvSpPr/>
          <p:nvPr/>
        </p:nvSpPr>
        <p:spPr>
          <a:xfrm>
            <a:off x="9729216" y="3913632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394960" y="4617720"/>
            <a:ext cx="6062472" cy="1005840"/>
          </a:xfrm>
          <a:prstGeom prst="roundRect">
            <a:avLst>
              <a:gd name="adj" fmla="val 3636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69280" y="4782312"/>
            <a:ext cx="5513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tests de garde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669280" y="5038344"/>
            <a:ext cx="5513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Ils ne vérifient pas que le produit marche : ils refusent qu’une décision déjà prise soit défaite sans qu’on s’en aperçoive.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d’où l’on vient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n’a pas bougé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8016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décisions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 tenu les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quatre-vingt-dix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jours.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394960" y="1325880"/>
            <a:ext cx="606247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téléphone qu’on a déjà.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douchette à louer, pas de terminal à déployer. C’était le pari du premier jour, et c’est resté la seule raison pour laquelle un magasin nous regarde.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comptage ne s’efface pas.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table des comptages n’a jamais accepté de modification : une correction est une ligne négative. Cette décision de juin a survécu à trois revues de sécurité, et c’est elle qui rend l’audit possible.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ne coupe jamais un comptage en cours.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 un dépassement de licence, ni un impayé, ni une expiration de session ne peuvent arrêter quelqu’un qui compte dans un rayon. Tout le reste s’est négocié ; cette règle, jamais.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394960" y="4572000"/>
            <a:ext cx="6062472" cy="1051560"/>
          </a:xfrm>
          <a:prstGeom prst="roundRect">
            <a:avLst>
              <a:gd name="adj" fmla="val 3478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0" y="4736592"/>
            <a:ext cx="5513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une quatrième, plus tard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669280" y="4992624"/>
            <a:ext cx="5513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jamais retoucher un livrable à la main : decks, visuels de boutique, documents. On modifie le script, on régénère. Ce document en est un.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d’où l’on vient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85800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44752" y="658368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731520" y="1481328"/>
            <a:ext cx="2011680" cy="20117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237744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ce n’est pas fini.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31520" y="36576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reste l’immatriculation, la publication sur les deux boutiques, et le premier client. Ce document s’arrête au 13 septembre 2026 — il se régénère.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31520" y="5029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build-histoire.js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6080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Devkaylab  ·  document interne  ·  www.quantinvo.com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Devkaylab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Quantinvo — d’où l’on vient</dc:title>
  <dc:subject>PptxGenJS Presentation</dc:subject>
  <dc:creator>Devkaylab</dc:creator>
  <cp:lastModifiedBy>Devkaylab</cp:lastModifiedBy>
  <cp:revision>1</cp:revision>
  <dcterms:created xsi:type="dcterms:W3CDTF">2026-09-13T17:21:47Z</dcterms:created>
  <dcterms:modified xsi:type="dcterms:W3CDTF">2026-09-13T17:21:47Z</dcterms:modified>
</cp:coreProperties>
</file>
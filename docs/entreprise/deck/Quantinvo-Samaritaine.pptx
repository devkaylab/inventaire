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75573" y="914400"/>
            <a:ext cx="2381859" cy="5029200"/>
          </a:xfrm>
          <a:prstGeom prst="roundRect">
            <a:avLst>
              <a:gd name="adj" fmla="val 115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4"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5" name="Text 1"/>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6" name="Shape 2"/>
          <p:cNvSpPr/>
          <p:nvPr/>
        </p:nvSpPr>
        <p:spPr>
          <a:xfrm>
            <a:off x="731520" y="3813048"/>
            <a:ext cx="2377440" cy="25603"/>
          </a:xfrm>
          <a:prstGeom prst="rect">
            <a:avLst/>
          </a:prstGeom>
          <a:solidFill>
            <a:srgbClr val="38C9FF"/>
          </a:solidFill>
          <a:ln w="12700">
            <a:solidFill>
              <a:srgbClr val="38C9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La veille.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matin.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Pendant.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Après.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ça demande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service mobilisé du début à la fin.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Quelqu'un de l'Inventory Control prépare l'inventaire, reste disponible pendant le comptage, puis reprend le fichier pour le recouper avec le théorique.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Une flotte à préparer.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Les terminaux se chargent, se connectent et se vérifient un par un avant chaque session — date, localisation. C'est un travail en soi, et il ne compte aucun article.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briefing à chaque fois.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Un balisage la veille.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Ce n'est pas le comptage qui pèse — il est fait par les équipes de vente, et il se fait bien. C'est tout ce qu'il faut monter autour, à chaque fois, et qui interdit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514600"/>
            <a:ext cx="10725912" cy="1737360"/>
          </a:xfrm>
          <a:prstGeom prst="rect">
            <a:avLst/>
          </a:prstGeom>
          <a:noFill/>
          <a:ln/>
        </p:spPr>
        <p:txBody>
          <a:bodyPr wrap="square" lIns="0" tIns="0" rIns="0" bIns="0" rtlCol="0" anchor="t"/>
          <a:lstStyle/>
          <a:p>
            <a:pPr indent="0" marL="0">
              <a:lnSpc>
                <a:spcPct val="112000"/>
              </a:lnSpc>
              <a:buNone/>
            </a:pPr>
            <a:r>
              <a:rPr lang="en-US" sz="3000" b="1" dirty="0">
                <a:solidFill>
                  <a:srgbClr val="4636B0"/>
                </a:solidFill>
                <a:latin typeface="Arial" pitchFamily="34" charset="0"/>
                <a:ea typeface="Arial" pitchFamily="34" charset="-122"/>
                <a:cs typeface="Arial" pitchFamily="34" charset="-120"/>
              </a:rPr>
              <a:t>Quantinvo n’ajoute pas un outil de plus.</a:t>
            </a:r>
            <a:endParaRPr lang="en-US" sz="3000" dirty="0"/>
          </a:p>
          <a:p>
            <a:pPr indent="0" marL="0">
              <a:lnSpc>
                <a:spcPct val="112000"/>
              </a:lnSpc>
              <a:buNone/>
            </a:pPr>
            <a:r>
              <a:rPr lang="en-US" sz="3000" b="1" dirty="0">
                <a:solidFill>
                  <a:srgbClr val="4636B0"/>
                </a:solidFill>
                <a:latin typeface="Arial" pitchFamily="34" charset="0"/>
                <a:ea typeface="Arial" pitchFamily="34" charset="-122"/>
                <a:cs typeface="Arial" pitchFamily="34" charset="-120"/>
              </a:rPr>
              <a:t>Il retire ce qu’il faut monter autour d’un comptage.</a:t>
            </a:r>
            <a:endParaRPr lang="en-US" sz="3000" dirty="0"/>
          </a:p>
        </p:txBody>
      </p:sp>
      <p:sp>
        <p:nvSpPr>
          <p:cNvPr id="7" name="Text 4"/>
          <p:cNvSpPr/>
          <p:nvPr/>
        </p:nvSpPr>
        <p:spPr>
          <a:xfrm>
            <a:off x="731520" y="4343400"/>
            <a:ext cx="10725912" cy="365760"/>
          </a:xfrm>
          <a:prstGeom prst="rect">
            <a:avLst/>
          </a:prstGeom>
          <a:noFill/>
          <a:ln/>
        </p:spPr>
        <p:txBody>
          <a:bodyPr wrap="square" lIns="0" tIns="0" rIns="0" bIns="0" rtlCol="0" anchor="t"/>
          <a:lstStyle/>
          <a:p>
            <a:pPr algn="l" indent="0" marL="0">
              <a:lnSpc>
                <a:spcPct val="118000"/>
              </a:lnSpc>
              <a:buNone/>
            </a:pPr>
            <a:r>
              <a:rPr lang="en-US" sz="1300" dirty="0">
                <a:solidFill>
                  <a:srgbClr val="5B6475"/>
                </a:solidFill>
                <a:latin typeface="Arial" pitchFamily="34" charset="0"/>
                <a:ea typeface="Arial" pitchFamily="34" charset="-122"/>
                <a:cs typeface="Arial" pitchFamily="34" charset="-120"/>
              </a:rPr>
              <a:t>Les pages qui suivent le montrent, dans l'ordre où ces contraintes se présentent aujourd'hui.</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Le chef d’équipe conduit. Ses vendeurs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Une application sur les iPhone que vos équipes ont déjà,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4403"/>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Ils comptent au rayon</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4403"/>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Il audite selon votre règle</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 deuxième passe se lance du même téléphone, pendant que le comptage continue.</a:t>
            </a:r>
            <a:endParaRPr lang="en-US" sz="1100" dirty="0"/>
          </a:p>
        </p:txBody>
      </p:sp>
      <p:sp>
        <p:nvSpPr>
          <p:cNvPr id="18" name="Shape 13"/>
          <p:cNvSpPr/>
          <p:nvPr/>
        </p:nvSpPr>
        <p:spPr>
          <a:xfrm>
            <a:off x="8065008" y="3291840"/>
            <a:ext cx="3392424" cy="2907792"/>
          </a:xfrm>
          <a:prstGeom prst="roundRect">
            <a:avLst>
              <a:gd name="adj" fmla="val 4403"/>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 règle d'audit reste la vôtre — 100 % sur l'horlogerie et la joaillerie, 30 % au moins ailleurs. Le désaccord entre les deux comptages ne s'attend plus dans un fichier : ils s'affichent côte à côte, l'écart en pièces et en valeur d'achat, et il se tranche pendant que le compteur est encore devant l'article. L'Inventory Control ouvre la même vue sur n'importe quel inventaire en cours, sans avoir à s'y tenir.</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Il part du stock théorique, pas seulement de ce qui a été scanné : un article attendu et jamais trouvé y figure, avec son manque. Le recoupement n'est plus à faire.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La sélection.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déclenchement.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comptage.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contrôle.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Pourquoi nous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Pourquoi Quantinvo, et pas SmartCount ?</a:t>
            </a:r>
            <a:endParaRPr lang="en-US" sz="2600" dirty="0"/>
          </a:p>
        </p:txBody>
      </p:sp>
      <p:sp>
        <p:nvSpPr>
          <p:cNvPr id="7" name="Text 4"/>
          <p:cNvSpPr/>
          <p:nvPr/>
        </p:nvSpPr>
        <p:spPr>
          <a:xfrm>
            <a:off x="731520" y="2011680"/>
            <a:ext cx="10725912" cy="237744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SmartCount repose sur une flotte de terminaux dédiés : à charger, configurer, vérifier avant chaque session — le travail qu'on cherche justement à ne plus faire. Quantinvo tourne sur les iPhone que vos équipes ont déjà, et une douchette Bluetooth s'y branche pour les gros volumes.</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fichier.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SmartCount rend un rapport de variance, à recouper ensuite avec le stock théorique. Quantinvo rend ce croisement déjà fait : l'attendu, le compté, le non-compté, l'écart en valeur.</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L'éditeur.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SmartCount est un module au catalogue d'un géant du matériel. Quantinvo ne fait qu'une chose — l'inventaire — et la personne qui l'a dessiné répond elle-même à vos questions.</a:t>
            </a:r>
            <a:endParaRPr lang="en-US" sz="1300" dirty="0"/>
          </a:p>
        </p:txBody>
      </p:sp>
      <p:sp>
        <p:nvSpPr>
          <p:cNvPr id="8" name="Shape 5"/>
          <p:cNvSpPr/>
          <p:nvPr/>
        </p:nvSpPr>
        <p:spPr>
          <a:xfrm>
            <a:off x="731520" y="4480560"/>
            <a:ext cx="10725912" cy="1051560"/>
          </a:xfrm>
          <a:prstGeom prst="roundRect">
            <a:avLst>
              <a:gd name="adj" fmla="val 6957"/>
            </a:avLst>
          </a:prstGeom>
          <a:solidFill>
            <a:srgbClr val="F4F5F9"/>
          </a:solidFill>
          <a:ln w="12700">
            <a:solidFill>
              <a:srgbClr val="F4F5F9"/>
            </a:solidFill>
            <a:prstDash val="solid"/>
          </a:ln>
        </p:spPr>
      </p:sp>
      <p:sp>
        <p:nvSpPr>
          <p:cNvPr id="9" name="Text 6"/>
          <p:cNvSpPr/>
          <p:nvPr/>
        </p:nvSpPr>
        <p:spPr>
          <a:xfrm>
            <a:off x="1005840" y="46451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être honnête</a:t>
            </a:r>
            <a:endParaRPr lang="en-US" sz="950" dirty="0"/>
          </a:p>
        </p:txBody>
      </p:sp>
      <p:sp>
        <p:nvSpPr>
          <p:cNvPr id="10" name="Text 7"/>
          <p:cNvSpPr/>
          <p:nvPr/>
        </p:nvSpPr>
        <p:spPr>
          <a:xfrm>
            <a:off x="1005840" y="49011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310 €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Ce que ça change pour l'inventaire tournant.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2026-09-02T16:51:32Z</dcterms:created>
  <dcterms:modified xsi:type="dcterms:W3CDTF">2026-09-02T16:51:32Z</dcterms:modified>
</cp:coreProperties>
</file>
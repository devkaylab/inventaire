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3"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4" name="Text 0"/>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5" name="Shape 1"/>
          <p:cNvSpPr/>
          <p:nvPr/>
        </p:nvSpPr>
        <p:spPr>
          <a:xfrm>
            <a:off x="731520" y="3813048"/>
            <a:ext cx="2011680" cy="20117"/>
          </a:xfrm>
          <a:prstGeom prst="rect">
            <a:avLst/>
          </a:prstGeom>
          <a:solidFill>
            <a:srgbClr val="14181A"/>
          </a:solidFill>
          <a:ln w="12700">
            <a:solidFill>
              <a:srgbClr val="14181A"/>
            </a:solidFill>
            <a:prstDash val="solid"/>
          </a:ln>
        </p:spPr>
      </p:sp>
      <p:sp>
        <p:nvSpPr>
          <p:cNvPr id="6" name="Text 2"/>
          <p:cNvSpPr/>
          <p:nvPr/>
        </p:nvSpPr>
        <p:spPr>
          <a:xfrm>
            <a:off x="731520" y="4005072"/>
            <a:ext cx="493776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La fiabilisation du stock au quotidien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14181A"/>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A423F"/>
                </a:solidFill>
                <a:latin typeface="Arial" pitchFamily="34" charset="0"/>
                <a:ea typeface="Arial" pitchFamily="34" charset="-122"/>
                <a:cs typeface="Arial"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ça demande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service mobilisé du début à la fin.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Quelqu'un de l'Inventory Control prépare l'inventaire, participe au comptage, puis reprend le rapport d'inventaire pour le recouper avec le stock théorique.</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Une flotte à préparer.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Les terminaux se chargent, se connectent et se vérifient un par un avant chaque session — date, localisation. C'est un travail en soi. Sans oublier les mises à jour, qui ne sont pas automatiques.</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briefing à chaque fois.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 balisage la veille.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3478"/>
            </a:avLst>
          </a:prstGeom>
          <a:solidFill>
            <a:srgbClr val="F2F3F1"/>
          </a:solidFill>
          <a:ln w="12700">
            <a:solidFill>
              <a:srgbClr val="F2F3F1"/>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Ce n'est pas le comptage qui pèse — il est fait par les équipes de vente, et il se fait bien. C'est tout ce qu'il faut monter autour, à chaque fois, et qui dissuade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2743200"/>
            <a:ext cx="10725912" cy="1463040"/>
          </a:xfrm>
          <a:prstGeom prst="rect">
            <a:avLst/>
          </a:prstGeom>
          <a:noFill/>
          <a:ln/>
        </p:spPr>
        <p:txBody>
          <a:bodyPr wrap="square" lIns="0" tIns="0" rIns="0" bIns="0" rtlCol="0" anchor="t"/>
          <a:lstStyle/>
          <a:p>
            <a:pPr indent="0" marL="0">
              <a:lnSpc>
                <a:spcPct val="112000"/>
              </a:lnSpc>
              <a:buNone/>
            </a:pPr>
            <a:r>
              <a:rPr lang="en-US" sz="3200" b="1" dirty="0">
                <a:solidFill>
                  <a:srgbClr val="14181A"/>
                </a:solidFill>
                <a:latin typeface="Arial" pitchFamily="34" charset="0"/>
                <a:ea typeface="Arial" pitchFamily="34" charset="-122"/>
                <a:cs typeface="Arial" pitchFamily="34" charset="-120"/>
              </a:rPr>
              <a:t>Quantinvo, l’outil d’inventaire qui apporte l’autonomie.</a:t>
            </a:r>
            <a:endParaRPr lang="en-US" sz="3200" dirty="0"/>
          </a:p>
        </p:txBody>
      </p:sp>
      <p:sp>
        <p:nvSpPr>
          <p:cNvPr id="7" name="Text 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8" name="Text 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Le chef d’équipe conduit. Ses collaborateurs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Une application sur les smartphones que vos équipes ont déjà — iOS comme Android —,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1258"/>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Ils comptent au rayon, à la marque, à la référence</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1258"/>
            </a:avLst>
          </a:prstGeom>
          <a:solidFill>
            <a:srgbClr val="E7EDE9"/>
          </a:solidFill>
          <a:ln w="12700">
            <a:solidFill>
              <a:srgbClr val="E7EDE9"/>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Il audite selon les règles de l’Inventory Control</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L’audit se lance de la même application, pendant que le comptage continue.</a:t>
            </a:r>
            <a:endParaRPr lang="en-US" sz="1100" dirty="0"/>
          </a:p>
        </p:txBody>
      </p:sp>
      <p:sp>
        <p:nvSpPr>
          <p:cNvPr id="18" name="Shape 13"/>
          <p:cNvSpPr/>
          <p:nvPr/>
        </p:nvSpPr>
        <p:spPr>
          <a:xfrm>
            <a:off x="8065008" y="3291840"/>
            <a:ext cx="3392424" cy="2907792"/>
          </a:xfrm>
          <a:prstGeom prst="roundRect">
            <a:avLst>
              <a:gd name="adj" fmla="val 1258"/>
            </a:avLst>
          </a:prstGeom>
          <a:solidFill>
            <a:srgbClr val="F2F3F1"/>
          </a:solidFill>
          <a:ln w="12700">
            <a:solidFill>
              <a:srgbClr val="F2F3F1"/>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L’Inventory Control fixe la règle d'audit. Les équipes l'appliquent.</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100 % sur l'horlogerie et la joaillerie, 30 % au moins ailleurs. Le désaccord entre les deux comptages ne s'attend plus : ils s'affichent côte à côte, l'écart d'audit en pièces et en valeur d'achat, et il se tranche pendant que le compteur est encore devant l'article. L'Inventory Control ouvre la même vue sur n'importe quel inventaire en cours.</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1776"/>
            </a:avLst>
          </a:prstGeom>
          <a:solidFill>
            <a:srgbClr val="FFFFFF"/>
          </a:solidFill>
          <a:ln w="12700">
            <a:solidFill>
              <a:srgbClr val="E2E5E1"/>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1758"/>
            </a:avLst>
          </a:prstGeom>
          <a:solidFill>
            <a:srgbClr val="FFFFFF"/>
          </a:solidFill>
          <a:ln w="12700">
            <a:solidFill>
              <a:srgbClr val="E2E5E1"/>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Il part du stock théorique, pas seulement de ce qui a été scanné : un article attendu et jamais trouvé y figure, avec son manque. Le recoupement n'est plus à faire : il se télécharge.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L'inventaire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L’Inventory Control en a posé les objectifs : identifier les vols, tester la rigueur des procédures, garantir que chaque responsable maîtrise son stock. Confier le comptage au floor, c'est exactement cela.</a:t>
            </a:r>
            <a:endParaRPr lang="en-US" sz="1200" dirty="0"/>
          </a:p>
        </p:txBody>
      </p:sp>
      <p:pic>
        <p:nvPicPr>
          <p:cNvPr id="8"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9" name="Text 5"/>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Créer un inventaire ciblé, dans l'application.</a:t>
            </a:r>
            <a:endParaRPr lang="en-US" sz="1000" dirty="0"/>
          </a:p>
        </p:txBody>
      </p:sp>
      <p:sp>
        <p:nvSpPr>
          <p:cNvPr id="10" name="Text 6"/>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Elle reste du côté de l’Inventory Control, ou du superviseur curieux : variances négatives répétées, articles sensibles, slow movers.</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Quantinvo.</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Pourquoi nous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Pourquoi Quantinvo, et pas SmartCount ?</a:t>
            </a:r>
            <a:endParaRPr lang="en-US" sz="2600" dirty="0"/>
          </a:p>
        </p:txBody>
      </p:sp>
      <p:sp>
        <p:nvSpPr>
          <p:cNvPr id="7" name="Text 4"/>
          <p:cNvSpPr/>
          <p:nvPr/>
        </p:nvSpPr>
        <p:spPr>
          <a:xfrm>
            <a:off x="731520" y="1874520"/>
            <a:ext cx="10725912" cy="310896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repose sur une flotte de terminaux dédiés : à charger, configurer, vérifier avant chaque session — le travail qu'on cherche justement à ne plus faire. Quantinvo tourne sous iOS et sous Android, sur les téléphones que vos équipes ont déjà.</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La mise à jour.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Celle des outils Zebra, comme celle de la base, demande l'intervention de l'IT Zebra et de la DSI du magasin. Quantinvo se met à jour tout seul, et les données d'inventaire sont chargées avant chaque comptage par les superviseurs eux-mêmes.</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Le fichier.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rend un rapport de variance, à recouper ensuite avec le stock théorique. Quantinvo rend ce croisement déjà fait : l'attendu, le compté, le non-compté, l'écart en valeur.</a:t>
            </a:r>
            <a:endParaRPr lang="en-US" sz="1250" dirty="0"/>
          </a:p>
          <a:p>
            <a:pPr indent="0" marL="0">
              <a:lnSpc>
                <a:spcPct val="118000"/>
              </a:lnSpc>
              <a:spcAft>
                <a:spcPts val="1300"/>
              </a:spcAft>
              <a:buNone/>
            </a:pPr>
            <a:r>
              <a:rPr lang="en-US" sz="1250" b="1" dirty="0">
                <a:solidFill>
                  <a:srgbClr val="14181A"/>
                </a:solidFill>
                <a:latin typeface="Arial" pitchFamily="34" charset="0"/>
                <a:ea typeface="Arial" pitchFamily="34" charset="-122"/>
                <a:cs typeface="Arial" pitchFamily="34" charset="-120"/>
              </a:rPr>
              <a:t>L'éditeur. </a:t>
            </a:r>
            <a:pPr indent="0" marL="0">
              <a:lnSpc>
                <a:spcPct val="118000"/>
              </a:lnSpc>
              <a:spcAft>
                <a:spcPts val="1300"/>
              </a:spcAft>
              <a:buNone/>
            </a:pPr>
            <a:r>
              <a:rPr lang="en-US" sz="1250" dirty="0">
                <a:solidFill>
                  <a:srgbClr val="3A423F"/>
                </a:solidFill>
                <a:latin typeface="Arial" pitchFamily="34" charset="0"/>
                <a:ea typeface="Arial" pitchFamily="34" charset="-122"/>
                <a:cs typeface="Arial" pitchFamily="34" charset="-120"/>
              </a:rPr>
              <a:t>SmartCount est un module au catalogue d'un géant du matériel. Quantinvo ne fait qu'une chose — l'inventaire — et la personne qui l'a imaginé répond elle-même à vos questions.</a:t>
            </a:r>
            <a:endParaRPr lang="en-US" sz="1250" dirty="0"/>
          </a:p>
        </p:txBody>
      </p:sp>
      <p:sp>
        <p:nvSpPr>
          <p:cNvPr id="8" name="Shape 5"/>
          <p:cNvSpPr/>
          <p:nvPr/>
        </p:nvSpPr>
        <p:spPr>
          <a:xfrm>
            <a:off x="731520" y="4663440"/>
            <a:ext cx="10725912" cy="1005840"/>
          </a:xfrm>
          <a:prstGeom prst="roundRect">
            <a:avLst>
              <a:gd name="adj" fmla="val 3636"/>
            </a:avLst>
          </a:prstGeom>
          <a:solidFill>
            <a:srgbClr val="F2F3F1"/>
          </a:solidFill>
          <a:ln w="12700">
            <a:solidFill>
              <a:srgbClr val="F2F3F1"/>
            </a:solidFill>
            <a:prstDash val="solid"/>
          </a:ln>
        </p:spPr>
      </p:sp>
      <p:sp>
        <p:nvSpPr>
          <p:cNvPr id="9" name="Text 6"/>
          <p:cNvSpPr/>
          <p:nvPr/>
        </p:nvSpPr>
        <p:spPr>
          <a:xfrm>
            <a:off x="1005840" y="48280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Pour être honnête</a:t>
            </a:r>
            <a:endParaRPr lang="en-US" sz="950" dirty="0"/>
          </a:p>
        </p:txBody>
      </p:sp>
      <p:sp>
        <p:nvSpPr>
          <p:cNvPr id="10" name="Text 7"/>
          <p:cNvSpPr/>
          <p:nvPr/>
        </p:nvSpPr>
        <p:spPr>
          <a:xfrm>
            <a:off x="1005840" y="5084064"/>
            <a:ext cx="1017727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ADAPTÉE AU MAGASIN</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Ce que ça change pour l'inventaire.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Un essai suffit pour être convaincu.</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Une démonstration avec un chef d'équipe et deux vendeurs, sur votre propre stock théorique : il l'importe, ils balisent,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2026-09-09T17:17:30Z</dcterms:created>
  <dcterms:modified xsi:type="dcterms:W3CDTF">2026-09-09T17:17:30Z</dcterms:modified>
</cp:coreProperties>
</file>
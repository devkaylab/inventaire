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Ouvrir sur leur situation, pas sur le produit : le comptage n'est pas leur problème, c'est tout ce qui l'entoure. Le deck suit leur propre document de déroulement.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rien commenter : lire, et laisser la page faire son effet. C'est leur document, ils s'y reconnaissent. La question qui vient toute seule : qui fait tout ça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point clé est dans l'encadré : leur stratégie tournant + aléatoire multiplie les comptages, donc multiplie la charge fixe. C'est l'argument économique de tout le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 d'où on parle : le rayon, la réserve, la nuit d'inventaire. C'est ce qui distingue d'un éditeur généraliste — et ce qui explique que le déroulement de la page 2 nous soit familier.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miroir de la page 2, même structure veille / matin / pendant / après. Insister sur « la date et le périmètre sont dans l'inventaire, pas dans l'appareil » : c'est toute la vérification 101/902 qui disparaît.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Lire deux ou trois lignes, pas les cinq. La dernière est la promesse du deck : l'Inventory Control passe d'opérateur de chaque inventaire à lecteur de leurs résultats.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Montrer, ne pas commenter ligne à ligne. Le suivi agrégé (personne n'est fliqué nominativement en direct) parle aux RH et au CSE d'une maison de cette taille : le dire ici évite l'objection plus tard.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recomptage ne disparaît pas : il se décide à chaud, avec le compteur encore dans le rayon, au lieu d'être découvert en surveillant la plateforme.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la page qui rend l'après-midi de consolidation : le croisement stock théorique / compté est déjà fait, article par article. La validation PSM / AGM garde le même fichier qu'aujourd'hui, en mieux rangé.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Leur document dit « en cours d'élaboration » : la page montre que l'outil le rend possible sans rien construire. Un aléatoire qui demande une journée de préparation n'est plus aléatoire — c'est l'argument du troisième alinéa.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jamais citer de prix Zebra — on n'en parle pas, même en réponse à une question. Rester factuel sur le déroulement : tout ce que la colonne de gauche décrit vient de leur propre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page désarme les objections. Ne pas la sauter : un prospect qui découvre une limite après coup perd confiance, un prospect averti la comprend. Un dossier technique séparé existe pour la DSI — le proposer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Parler en budget d'inventaire annuel, jamais en prix d'application. La grille au volume est dans le deck commercial et se confirme au devis ; ici, l'argument est que le modèle encourage précisément leur stratégie : compter plus souvent.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l'essai concret, à leur échelle : un rayon, un mardi matin. C'est l'engagement qu'on prend et celui qu'on leur demande.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377440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pour La Samaritaine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L'inventaire tournant, sans la charge qui l'entoure.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Vos équipes comptent déjà. Quantinvo retire à l'Inventory Control la préparation, la surveillance et la consolidation qui entourent chaque comptage.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Devkaylab  ·  août 2026  ·  www.quantinvo.com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Aujourd'hui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journée d'inventaire, telle qu'elle se déroule.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9260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Reprise de votre déroulement d'inventaire tournant, étape par étape. Chaque ligne est tirée de votre document.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veille.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Balisage des zones à inventorier, stickers posés avec une personne du floor ou du relay.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matin.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Télécharger le stock théorique du jour, ouvrir la session SmartCount, connecter les terminaux Zebra un par un — en vérifiant la date et la localisation de chacun (101 floor / BOH, 902 relay). Puis briefer les compteurs sur le maniement des terminaux et la procédure.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Pendant.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Déclencher l'audit des zones comptées — 100 % pour la W&amp;J, 30 % au moins ailleurs —, guetter les failed audits sur SmartCount, faire recompter les zones en désaccord.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Extraire le rapport SKU Variance, le consolider à la main avec le stock théorique, faire valider les résultats selon la valeur de l'écart (Inventory Control, PSM ou AGM), puis ajuster le stock.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constat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comptage est fait par les équipes. Tout le reste est fait par vous.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3832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731520" y="42976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casquettes portées par l'Inventory Control à chaque inventaire : préparer, surveiller, réconcilier, corriger.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94960" y="1371600"/>
            <a:ext cx="60624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préparation.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stock du jour, la session, les terminaux, le briefing : une part de chaque inventaire qui ne compte aucun article.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surveillance.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Pendant tout le comptage, quelqu'un reste posté sur la plateforme pour suivre les audits et guetter les failed audits. Ce quelqu'un, c'est vous.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réconciliation.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fichiers à rapprocher à la main après chaque inventaire — le stock théorique et le SKU Variance. C'est long, et c'est là que les erreurs se glissent.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correction.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L'ajustement du stock, après validation. La seule de ces quatre étapes qui doive vraiment rester entre vos mains.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394960" y="5212080"/>
            <a:ext cx="6062472" cy="1097280"/>
          </a:xfrm>
          <a:prstGeom prst="roundRect">
            <a:avLst>
              <a:gd name="adj" fmla="val 6667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0" y="5376672"/>
            <a:ext cx="5513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ça se multiplie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669280" y="5632704"/>
            <a:ext cx="5513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inventaire tournant, par construction, se répète. Chaque comptage rejoue la même préparation, la même surveillance, la même consolidation — c'est cette charge fixe qui limite le nombre d'inventaires.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Qu'est-ce que Quantinvo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7160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i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 J'ai dessiné Quantinvo pendant des inventaires, pas dans une salle de réunion. »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31520" y="3154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Julien Thiong-kay, Devkaylab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est un outil d'inventaire complet : une application sur l'iPhone des compteurs, un tableau de bord web pour celui qui pilote, un rapport à la fin. Rien d'autre à installer, rien à acheter.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Né du terrain.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fais du contrôle des stocks en magasin. La balise qu'on ne retrouve pas, la réserve sans réseau, la consolidation qui prend l'après-midi : Quantinvo est la réponse à ces irritants, et rien de plus.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Pensé pour l'inventaire tournant.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comptages toute l'année — un rayon, une marque, une liste d'articles — plutôt qu'une nuit par an. C'est le cœur de l'outil, pas une option.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même geste qu'aujourd'hui.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Scanner la balise de la zone, scanner les articles, clôturer, passer à la suivante. Vos équipes ne changent pas de procédure : elles changent d'outil.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Quantinvo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même journée, avec Quantinvo.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déroulement ne change pas. Ce qui change, c'est ce qu'il reste à faire autour.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veille.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balisage reste — c'est le seul geste physique. Les balises sortent de l'outil : une planche d'étiquettes numérotées, en PDF, à imprimer sur place.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matin.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stock théorique s'importe tel quel, colonnes reconnues. Pas de flotte à préparer : chaque compteur ouvre l'inventaire sur son téléphone. La date et le périmètre sont dans l'inventaire, pas dans l'appareil.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Pendant.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comptage se déroule comme aujourd'hui, zone par zone. L'audit est un mode de l'outil : un désaccord entre deux comptages s'affiche en direct et se tranche pendant que le compteur est encore au rayon.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rapport croise déjà l'attendu et le compté — y compris ce qui n'a jamais été compté. Il sort en Excel et part tel quel à la validation, puis à l'ajustement.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Sans, avec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l'Inventory Control cesse de faire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Quantinvo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85216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Quantinvo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2606040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75234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terminaux à connecter et vérifier un par un avant chaque session.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275234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Aucune flotte à préparer. Chaque compteur rejoint l’inventaire depuis son téléphone.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" y="3355848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50215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briefing sur le maniement des terminaux à chaque inventaire.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852160" y="350215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geste qu’ils connaissent : scanner la balise, scanner les articles. Dix minutes.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" y="4105656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251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Quelqu’un posté sur la plateforme pour guetter les failed audits.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852160" y="4251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tableau de bord montre tout, du bureau. Un écart se tranche sur place.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" y="4855464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50017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SKU Variance à consolider à la main avec le stock théorique.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852160" y="50017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rapport croise déjà l’attendu et le compté, écarts en valeur d’achat.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31520" y="5605272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575157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L’Inventory Control présent du début à la fin de chaque comptage.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852160" y="575157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responsable de floor conduit son inventaire ; vous lisez le rapport.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31520" y="6355080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Pendant le comptage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Surveiller sans être posté derrière l'écran.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L'avancement zone par zone, les appareils en comptage et en audit, les derniers scans : tout se lit du bureau, en direct. Le responsable du floor voit la même chose et conduit son inventaire ; vous gardez la vue d'ensemble. Le suivi est agrégé — on pilote le travail, pas les personnes.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808769" y="2825496"/>
            <a:ext cx="8571413" cy="3172968"/>
          </a:xfrm>
          <a:prstGeom prst="roundRect">
            <a:avLst>
              <a:gd name="adj" fmla="val 2305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633" y="2880360"/>
            <a:ext cx="8461685" cy="30632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863633" y="6080760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Suivi, données d'essai.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L'audit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Vos règles d’audit restent. Les désaccords se règlent sur place.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choisissez les zones à auditer — 100 % de la W&amp;J, 30 % au moins ailleurs : la règle reste la vôtre. Un failed audit ne s'attend plus dans un rapport : les deux comptages s'affichent côte à côte, l'écart en pièces et en valeur d'achat, et le superviseur tranche pendant que le compteur est encore au rayon.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139696" y="2871216"/>
            <a:ext cx="7909560" cy="3082758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926080"/>
            <a:ext cx="7799832" cy="297303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194560" y="6036270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Écarts d'audit, données d'essai.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le comptage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consolidation d'après-inventaire n'existe plus.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30175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rapport part du stock théorique, pas seulement de ce qui a été scanné. Un article attendu et jamais trouvé y figure, avec son manque : la démarque que l'inventaire est censé révéler est déjà dans le fichier.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31520" y="44805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Excel en un clic. Il ne reste que la validation et l'ajustement — les deux gestes qui doivent rester chez vous.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40096" y="1316736"/>
            <a:ext cx="6172200" cy="4187624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062472" cy="4077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94960" y="5586656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Rapport, données d'essai.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L'inventaire aléatoire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projet d’inventaire aléatoire, prêt à fonctionner.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1089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en avez posé les objectifs : identifier les vols, tester la rigueur des procédures, garantir que chaque responsable maîtrise son stock. L'obstacle n'est pas l'intention — c'est la logistique de chaque comptage.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sélection.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Vos critères restent les vôtres : variances négatives répétées, articles sensibles, slow movers. Les rapports des inventaires précédents donnent les chiffres d'où cette sélection se tire.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déclenchement.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inventaire ciblé se crée en quelques minutes — une marque, un rayon, une liste d'articles — le jour même s'il le faut. Les équipes concernées sont invitées depuis l'outil.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comptage.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équipes de vente comptent avec le téléphone qu'elles ont en poche. Pas de matériel à sortir, pas de session à monter : c'est ce qui rend l'aléatoire réellement aléatoire.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contrôle.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L'écart se lit en direct. S'il dépasse votre seuil, l'Inventory Control reprend la main, et le rapport nourrit l'enquête.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pas Zebra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Quantinvo, et pas Zebra ?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508863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matériel.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SmartCount repose sur une flotte de terminaux dédiés : à charger, configurer, vérifier avant chaque session — et leur nombre plafonne celui des compteurs. Quantinvo tourne sur les iPhone que vos équipes ont déjà, et une douchette Bluetooth s'y branche pour les gros volumes.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coût.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licence par magasin, à l'année, comptages et compteurs illimités. Pas de coût par terminal, pas d'abonnement par appareil. Ajouter dix compteurs un matin d'inventaire ne coûte rien.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368796" y="2286000"/>
            <a:ext cx="508863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réconciliation.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SmartCount rend un rapport de variance, à consolider ensuite avec le stock théorique. Quantinvo rend ce croisement déjà fait : l'attendu, le compté, le non-compté, l'écart en valeur.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taille de l'éditeur.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SmartCount est un module au catalogue d'un géant du matériel. Quantinvo ne fait qu'une chose — l'inventaire — et la personne qui l'a dessiné répond elle-même à vos questions.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5257800"/>
            <a:ext cx="10725912" cy="1051560"/>
          </a:xfrm>
          <a:prstGeom prst="roundRect">
            <a:avLst>
              <a:gd name="adj" fmla="val 6957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542239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être honnête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05840" y="5678424"/>
            <a:ext cx="10177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terminal durci encaisse mieux les chocs qu'un téléphone, et si votre flotte est déjà amortie, l'argument du matériel pèse moins. Les nôtres ne bougent pas : rien à reconfigurer avant chaque inventaire, aucun plafond au nombre de compteurs, et une réconciliation qui n'existe plus.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être clair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qu'on ne vous promet pas.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3832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Autant le dire avant la démonstration qu’après.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L'inventaire fiscal certifié.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votre commissaire aux comptes exige un comptage par un tiers, ce comptage reste. Quantinvo fait tout le reste de l'année, et il le prépare.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connexion à votre ERP.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importe vos fichiers et rend un Excel. L'ajustement du stock reste un geste dans votre système — c'est d'ailleurs le seul qui doive le rester.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L'application est sur iPhone aujourd'hui. La version Android est en cours.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connexion par votre annuaire.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comptes sont nominatifs, créés par invitation. Pas de SAML ni d'Entra ID pour l'instant ; dites-nous si c'est une exigence.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L'offre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licence par magasin, à l’année, comptages illimités.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731520" y="46634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à acheter, à louer ou à configurer.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94960" y="1371600"/>
            <a:ext cx="606247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prix suit le stock, pas l'usage.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licence se calcule sur le volume de stock du magasin, en unités. Elle ne dépend ni du nombre de compteurs, ni du nombre d'inventaires — tournants, aléatoires ou complets — dans l'année. Multiplier les comptages ne coûte rien de plus : c'est fait pour.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est compris.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L'application, le tableau de bord, les rapports, les mises à jour. Le chiffrage précis se fait au devis, sur votre volume de stock déclaré.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déploiement en jours, pas en mois.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de projet informatique : les comptes se créent par invitation, l'application s'installe — y compris par votre catalogue d'entreprise —, et le premier inventaire peut se faire la semaine de la signature.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377440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Essayons sur un rayon.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démonstration sur votre propre stock théorique : vous l'importez tel quel, on balise un rayon, on compte, et vous repartez avec le rapport. Un mardi matin avant l'ouverture suffit.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contact@quantinvo.com   ·   www.quantinvo.com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Quantinvo, par Devkaylab. L’outil d’inventaire pour le commerce.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proposition pour La Samaritaine</dc:title>
  <dc:subject>PptxGenJS Presentation</dc:subject>
  <dc:creator>Devkaylab</dc:creator>
  <cp:lastModifiedBy>Devkaylab</cp:lastModifiedBy>
  <cp:revision>1</cp:revision>
  <dcterms:created xsi:type="dcterms:W3CDTF">2026-08-27T17:32:03Z</dcterms:created>
  <dcterms:modified xsi:type="dcterms:W3CDTF">2026-08-27T17:32:03Z</dcterms:modified>
</cp:coreProperties>
</file>
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 de votre magasin,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bout du téléphone.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application pour compter. Un site pour préparer, suivre et exporter.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· septembre 2026 ·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Qu’est-ce qu’un inventaire ?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ce qui est en rayon et en réserve, puis le comparer au stock théorique.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2697480"/>
            <a:ext cx="10725912" cy="1508760"/>
          </a:xfrm>
          <a:prstGeom prst="roundRect">
            <a:avLst>
              <a:gd name="adj" fmla="val 242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compté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97280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vraiment là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023360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631436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théorique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631436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votre logiciel croit avoir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557516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65592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L’écart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65592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différence a une cause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31520" y="45720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4754880"/>
            <a:ext cx="10725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quoi sert un inventaire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3152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décisions sur des chiffres justes.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Commandes, réassort, promotions : tout repose sur le stock affiché.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30936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pertes mises au jour.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comptage montre ce qui manque.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 et la loi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obligation légale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commerçant doit contrôler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stock par inventaire au moins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fois tous les douze mois.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de commerce, article L123-12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840480"/>
            <a:ext cx="4206240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0233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bilan sincère.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est souvent le premier actif du magasin. Sa valeur doit être juste.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394960" y="1371600"/>
            <a:ext cx="6062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loi fixe un minimum. Le rythme, lui, se choisit.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94960" y="201168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Annuel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394960" y="231343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grand comptage, souvent à la clôture de l’exercice.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949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120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291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461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632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803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974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1451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315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4867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75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8283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79990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91698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3406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5114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6822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8530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50238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1946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3654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5362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69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8777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0485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2193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43901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5609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317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9025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90733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02441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4149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25856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37564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9272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60980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72688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84396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96104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7812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19520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31228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293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05464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6635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7805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8976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10147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11318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248913" y="261518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13659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394960" y="276148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semaine sur 52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394960" y="306324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Tournant</a:t>
            </a:r>
            <a:endParaRPr lang="en-US" sz="1350" dirty="0"/>
          </a:p>
        </p:txBody>
      </p:sp>
      <p:sp>
        <p:nvSpPr>
          <p:cNvPr id="68" name="Text 65"/>
          <p:cNvSpPr/>
          <p:nvPr/>
        </p:nvSpPr>
        <p:spPr>
          <a:xfrm>
            <a:off x="5394960" y="336499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zone chaque semaine, sans fermer le magasin.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3949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5120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6291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7461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8632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9803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974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145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3315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644867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56575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668283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79990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91698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03406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15114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26822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738530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50238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61946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73654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785362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797069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08777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820485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32193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43901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55609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7317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879025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890733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902441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914149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925856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937564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949272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960980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972688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84396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996104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1007812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19520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31228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4293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5464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6635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107805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08976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10147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111318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12489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13659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1" name="Text 118"/>
          <p:cNvSpPr/>
          <p:nvPr/>
        </p:nvSpPr>
        <p:spPr>
          <a:xfrm>
            <a:off x="5394960" y="381304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 semaines sur 52</a:t>
            </a:r>
            <a:endParaRPr lang="en-US" sz="950" dirty="0"/>
          </a:p>
        </p:txBody>
      </p:sp>
      <p:sp>
        <p:nvSpPr>
          <p:cNvPr id="122" name="Text 119"/>
          <p:cNvSpPr/>
          <p:nvPr/>
        </p:nvSpPr>
        <p:spPr>
          <a:xfrm>
            <a:off x="5394960" y="411480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Ciblé</a:t>
            </a:r>
            <a:endParaRPr lang="en-US" sz="1350" dirty="0"/>
          </a:p>
        </p:txBody>
      </p:sp>
      <p:sp>
        <p:nvSpPr>
          <p:cNvPr id="123" name="Text 120"/>
          <p:cNvSpPr/>
          <p:nvPr/>
        </p:nvSpPr>
        <p:spPr>
          <a:xfrm>
            <a:off x="5394960" y="441655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rayons sensibles, les meilleures ventes ou une zone tirée au hasard.</a:t>
            </a:r>
            <a:endParaRPr lang="en-US" sz="1100" dirty="0"/>
          </a:p>
        </p:txBody>
      </p:sp>
      <p:sp>
        <p:nvSpPr>
          <p:cNvPr id="124" name="Shape 121"/>
          <p:cNvSpPr/>
          <p:nvPr/>
        </p:nvSpPr>
        <p:spPr>
          <a:xfrm>
            <a:off x="53949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51203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6291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746197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58632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59803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60974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62145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63315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644867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656575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668283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679990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691698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703406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7151146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726822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738530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750238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761946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773654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785362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797069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808777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820485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832193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843901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855609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867317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879025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890733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902441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914149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925856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937564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949272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960980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9726885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984396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996104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1007812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1019520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1031228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104293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1054643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106635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1078059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>
            <a:off x="108976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110147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111318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112489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113659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5394960" y="486460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 semaines sur 52</a:t>
            </a:r>
            <a:endParaRPr lang="en-US" sz="950" dirty="0"/>
          </a:p>
        </p:txBody>
      </p:sp>
      <p:sp>
        <p:nvSpPr>
          <p:cNvPr id="177" name="Text 174"/>
          <p:cNvSpPr/>
          <p:nvPr/>
        </p:nvSpPr>
        <p:spPr>
          <a:xfrm>
            <a:off x="5394960" y="5257800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trois se combinent : le tournant et le ciblé toute l’année,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l’annuel pour la photographie complète.</a:t>
            </a:r>
            <a:endParaRPr lang="en-US" sz="1150" dirty="0"/>
          </a:p>
        </p:txBody>
      </p:sp>
      <p:sp>
        <p:nvSpPr>
          <p:cNvPr id="178" name="Text 175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9" name="Text 176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démarque inconnue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marchandise qui figure au stock théorique, mais n’est plus en rayon.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à 2 %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31520" y="4069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chiffre d’affaires du commerce de détail, selon les études du secteur. Souvent plus que la marge nette.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37160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 quatre causes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394960" y="1783080"/>
            <a:ext cx="60624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externe.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l’étalage, dans les rayons.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interne.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le personnel du magasin.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Casse et perte.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Produits abîmés, périmés, jetés sans être enregistrés.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Erreurs administratives.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Réceptions mal saisies, erreurs de caisse, retours oubliés.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94960" y="345643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94960" y="361188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l’écart révèle d’autre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394960" y="4005072"/>
            <a:ext cx="6062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stocks négatifs.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Impossibles, donc une erreur de saisie ou de code-barres.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références fantômes.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Toujours au catalogue, elles gonflent la valeur du stock.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articles déplacés.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Présents mais introuvables, donc réassortis pour rien.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codes-barres inconnus.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produits bien réels que votre référentiel ignore.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l’inventaire passe par un prestataire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Faute d’outil, beaucoup de magasins externalisent. Le fondateur de Quantinvo, contrôleur des stocks, en a vu les limites.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L’autonomie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74720" y="271576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magasin ne lance pas son inventaire : il le demande.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un compteur passe par le prestataire, et il faut attendre.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31520" y="36118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cadence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474720" y="376732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marque est comptée une fois par an, au mieux. Un gros écart attend l’inventaire annuel pour être recompté. Un seul inventaire à la fois, donc un seul rapport pour tout.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1520" y="46634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4800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matériel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474720" y="481888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terminaux en fin de vie, qui ne servent qu’à l’inventaire. Des balises livrées de l’étranger : le bilan carbone n’est pas neutre. Seuls les appareils du prestataire savent les lire.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données figées, un écart trop tard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donnée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référentiel date de plusieurs mois. Le mettre à jour mobilise l’informatique. Un article absent du fichier ne se scanne pas : il se traite à la main, après coup.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31546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zone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474720" y="3264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zones de comptage se choisissent dans une liste imposée. Il faut noter ailleurs l’emplacement réel de chacune. Une source d’erreur qui n’a aucune raison d’exister.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43434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5720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 On compte, on clôture, on découvre. »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31520" y="5230368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l’écart tombe, l’équipe est partie et le rayon a déjà bougé.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fichiers, tels quels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937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ou Excel, jusqu’à 100 000 références par inventaire.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fichier de votre logiciel, sans le retravailler. Vos noms de colonnes sont reconnus : SKU, EAN, Gencod, Qté…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théorique, si vous l’avez.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C’est lui qui fait apparaître l’écart de stock au rapport.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référentiel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charge ses fichiers à chaque inventaire, sans passer par l’informatique.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article inconnu ?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se crée au scan, et le comptage continue.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2093976"/>
            <a:ext cx="5440680" cy="3158366"/>
          </a:xfrm>
          <a:prstGeom prst="roundRect">
            <a:avLst>
              <a:gd name="adj" fmla="val 115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48840"/>
            <a:ext cx="5330952" cy="30486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534378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données d’un inventaire,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rayon s’ouvre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d’un scan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compteur scanne la balise du rayon,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ses articles.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balises imprimées au magasin.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planche d’étiquettes QR, qui sert à tous vos inventaires.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emplacements, vos noms.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Réserve, surface de vente : chaque plage de balises porte le nom que vous lui donnez.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plusieurs, sans se gêner.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L’équipe compte en parallèle.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062472" cy="441664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897974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étiquette QR sur la glissière d’un rayon (illustration).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Chacun compte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ce qu’il 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matériel à acheter.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téléphone, iPhone ou Android, par personne qui compte.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caméra suffit.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douchette Bluetooth se connecte pour qui la préfère. La saisie au clavier reste possible.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Rejoindre un inventaire.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Invité par e-mail, le compteur saisit le numéro d’inventaire et le code fournis par son superviseur. À la première ouverture, l’application lui montre ce qu’il doit faire.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sans réseau.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réserve, les scans restent sur le téléphone et partent dès le retour de la connexion.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896" y="1417320"/>
            <a:ext cx="199210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196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Caméra, saisie ou douchette : au choix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396" y="1417320"/>
            <a:ext cx="1992100" cy="42062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4261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première ouverture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L’avancement, en direct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voit chaque zone progresser, sur le site ou dans l’application. On suit le travail, pas les personnes.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688336"/>
            <a:ext cx="2554968" cy="27419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743200"/>
            <a:ext cx="2445240" cy="26322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51080" y="2688336"/>
            <a:ext cx="8006352" cy="2741936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44" y="2743200"/>
            <a:ext cx="7896624" cy="26322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" y="5521712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Suivi : progression et état de chaque zone.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écarts se tranchent le jour même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auditeur recompte la balise en seconde passe. L’écart entre les deux comptes s’affiche dès la fin de l’audit.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retient la quantité du compteur, celle de l’auditeur ou une autre.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385604" y="2642616"/>
            <a:ext cx="7417743" cy="3172968"/>
          </a:xfrm>
          <a:prstGeom prst="roundRect">
            <a:avLst>
              <a:gd name="adj" fmla="val 1153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468" y="2697480"/>
            <a:ext cx="7308015" cy="3063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440468" y="5888736"/>
            <a:ext cx="73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Écarts d’audit,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rapport qui fait foi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inventaire a le sien : stock théorique, stock compté, écart en unités et en valeur, article par article.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s’exporte en Excel ou en CSV, pour corriger le stock dans votre logiciel de gestion.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L’administrateur d’entreprise additionne les inventaires clôturés d’un magasin dans un rapport consolidé.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862082" y="2871216"/>
            <a:ext cx="8464789" cy="3081528"/>
          </a:xfrm>
          <a:prstGeom prst="roundRect">
            <a:avLst>
              <a:gd name="adj" fmla="val 118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46" y="2926080"/>
            <a:ext cx="8355061" cy="2971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16946" y="6025896"/>
            <a:ext cx="83550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Rapport,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nous choisir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qu’un outil de comptage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magasin décide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 crée ses inventaires, invite ses compteurs et retire leurs accès.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à demander, personne à attendre.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268833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862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réseau d’un coup d’œil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74720" y="2880360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L’administrateur d’entreprise ajoute les magasins et voit tous leurs inventaires.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magasin garde ses codes d’accès et son équipe.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3447288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Plusieurs inventaires à la fois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74720" y="3639312"/>
            <a:ext cx="7982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marque, un rayon, la réserve se comptent à part.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gros écart se recompte dès la semaine suivante.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Sérieux jusque dans les coulisses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4407408"/>
            <a:ext cx="7982712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d’inventaire hébergées dans l’Union européenne, sans traceur publicitaire.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authentification pour qui administre.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Chacun télécharge ses données ou supprime son compte.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" y="519836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3721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français et en anglais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74720" y="5390388"/>
            <a:ext cx="7982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l’application comme sur le site.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offres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tarif suit le nombre d’appareils qui comptent en même temps. Les comptes et les inventaires sont illimités.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 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comptez seul ou à deux, dans un magasin.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87552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950 € à l’année, soit 118 €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E7EDE9"/>
          </a:solidFill>
          <a:ln w="15875">
            <a:solidFill>
              <a:srgbClr val="1E4D3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48200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20 appareils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48200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montez une équipe le jour de l’inventaire.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648200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mois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648200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3 300 € à l’année, soit 420 € de moins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48200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8200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par e-mail, les jours ouvrés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052816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08848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8308848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Jusqu’à 100 appareils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308848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grande surface, qui mobilise une équipe entière.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08848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mois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8308848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9 450 € à l’année, soit 1 230 € de moins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308848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08848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31520" y="5788152"/>
            <a:ext cx="10725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Au-delà de 100 appareils : 64 € par mois (690 € à l’année) par tranche de 10, jusqu’à 200.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31520" y="6035040"/>
            <a:ext cx="10725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TVA non applicable, article 293 B du CGI. Mensuel sans engagement ; annuel dû jusqu’à son terme.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Fiabilisez votre stock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840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Dites-nous combien de magasins vous avez,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combien d’appareils comptent en même temps dans chacun.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4937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· Paris · www.quantinvo.com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présentation</dc:title>
  <dc:subject>PptxGenJS Presentation</dc:subject>
  <dc:creator>Devkaylab</dc:creator>
  <cp:lastModifiedBy>Devkaylab</cp:lastModifiedBy>
  <cp:revision>1</cp:revision>
  <dcterms:created xsi:type="dcterms:W3CDTF">2026-09-19T18:25:00Z</dcterms:created>
  <dcterms:modified xsi:type="dcterms:W3CDTF">2026-09-19T18:25:00Z</dcterms:modified>
</cp:coreProperties>
</file>
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Guide de prise en main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Votre premier inventaire avec Quantinvo, étape par étape.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 l’administrateur d’entreprise, les superviseurs et les compteurs.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 le site et dans l’application.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Devkaylab · septembre 2026 · contact@quantinvo.com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Avant de commencer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Trois rôles. Chacun voit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qui le concerne.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rôle se choisit à l’invitation. L’administrateur peut le changer ensuite.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496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Administrateur d’entreprise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0" y="14538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Site et application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94960" y="18379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ajoute les magasins et invite les superviseurs. Il voit toute l’entreprise : les personnes et les inventaires.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94960" y="28163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3017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Superviseur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18320" y="30540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Site et application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94960" y="34381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prépare les inventaires de ses magasins et invite ses compteurs. Il suit le comptage, arbitre les écarts et télécharge le rapport.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94960" y="44165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Compteur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18320" y="46542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94960" y="50383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scanne la balise d’un rayon, puis ses articles. Sur le site, il ne trouve que « Mon compte ».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Avant de commencer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déroulé, de l’accès à la clôture.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Sauf mention contraire, le superviseur travaille au choix sur le site ou dans l’application.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670048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43584" y="2651760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Ouvrir l’accès, ajouter les magasins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43584" y="2944368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Administrateur · site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3255264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364992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43584" y="3346704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Inviter l’équipe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3639312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Administrateur et superviseurs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3950208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059936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43584" y="40416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Imprimer et coller les balises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4334256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4645152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754880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43584" y="4736592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Créer l’inventaire, affecter les balises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43584" y="5029200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1520" y="5340096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449824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243584" y="5431536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Importer les fichiers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43584" y="5724144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77356" y="2670048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9420" y="2651760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Faire entrer l’équipe, puis commencer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89420" y="2944368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« Commencer l’inventaire » sur le site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77356" y="3255264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77356" y="3364992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89420" y="3346704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89420" y="3639312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Compteurs · application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77356" y="3950208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7356" y="4059936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789420" y="40416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Suivre en direct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89420" y="4334256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 site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277356" y="4645152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77356" y="4754880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789420" y="4736592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Auditer, puis arbitrer les écarts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789420" y="5029200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Compteurs, puis superviseur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77356" y="5340096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77356" y="5449824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789420" y="5431536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Télécharger le rapport, clôturer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789420" y="5724144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Administrateur d’entreprise · 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L’accès s’ouvre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 paiement.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600200"/>
          </a:xfrm>
          <a:prstGeom prst="roundRect">
            <a:avLst>
              <a:gd name="adj" fmla="val 228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 espace, sur le site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Cinq onglets : Tableau de bord, Magasins, Équipe, Inventaires et Journal. Ce dernier garde la trace des invitations de superviseurs, des changements de rôle, des retraits et des suppressions.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 devis.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L’entreprise et ses magasins sont créés dès le règlement. L’administrateur reçoit l’e-mail « Bienvenue sur Quantinvo ».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lien personnel.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ne sert qu’une fois. L’accès se crée comme pour toute personne invitée.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Protéger le compte.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double authentification s’active dans « Mon compte ». Le site la conseille à l’administrateur.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 l’équipe.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Personne ne s’inscrit seul : chacun entre sur invitation.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Administrateur d’entreprise · 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Ajouter un magasin, puis nommer qui le supervise.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325880"/>
          </a:xfrm>
          <a:prstGeom prst="roundRect">
            <a:avLst>
              <a:gd name="adj" fmla="val 2759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que couvre l’offre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comptes et les inventaires sont illimités. L’offre fixe le nombre d’appareils qui comptent en même temps dans le magasin.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Magasins.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Ajouter un magasin » demande un nom, une adresse et le nombre d’appareils.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règlement.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Créer le magasin » ouvre le paiement, au mois ou à l’année. Le magasin n’existe qu’une fois réglé.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superviseur, tout de suite.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fenêtre propose d’en nommer un. C’est lui qui préparera les inventaires du magasin.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Changer d’offre.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Depuis la fiche du magasin.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Administrateur et superviseur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Inviter l’équipe.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L’administrateur.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Équipe, « + Ajouter une personne ». Il choisit compteur ou superviseur, puis les magasins.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ajoute ses compteurs depuis « Mon équipe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statut « Mot de passe à créer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personne a reçu son lien, mais n’a pas encore choisi son mot de passe.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Retirer d’un magasin.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Elle perd l’accès aux inventaires de ce magasin, mais garde son compte.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933791"/>
            <a:ext cx="3200400" cy="4265841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244687"/>
            <a:ext cx="2578608" cy="39549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personne invitée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première connexion part de l’e-mail reçu.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lien.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ouvre « Finaliser mon compte ». On y vérifie son prénom et son nom.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mot de passe.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Douze caractères au moins, avec une minuscule, une majuscule, un chiffre et un symbole.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superviseur.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se connecte sur www.quantinvo.com ou dans l’application.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compteur.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installe l’application Quantinvo et s’y connecte avec l’adresse qui a reçu le lien.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premier écran.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la première ouverture, l’application salue par le prénom et résume le rôle en trois lignes.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57032" y="2500518"/>
            <a:ext cx="3200400" cy="3699114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811414"/>
            <a:ext cx="2578608" cy="33882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une fois pour toutes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Créer et imprimer les balises.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balise.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étiquette QR numérotée, collée dans le magasin. Le compteur la scanne pour dire où il est.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Où la créer.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la Boîte à outils.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réglages.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numérotation, le premier numéro et le nombre de balises.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L’impression.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PDF pour planches Avery L7160, 21 étiquettes par planche. Imprimer à 100 %, sans « Ajuster à la page ».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suite.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 d’autres balises, on indique comme premier numéro celui qui suit la dernière imprimée.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57032" y="1812349"/>
            <a:ext cx="3200400" cy="438728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123245"/>
            <a:ext cx="2578608" cy="40763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une fois pour toutes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Coller les balises,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une par rayon.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l’ordre des numéros. </a:t>
            </a:r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suite par emplacement. Par exemple, 1000 à 1049 en surface de vente.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Seulement un numéro. </a:t>
            </a:r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code QR ne porte ni date ni inventaire. Les balises peuvent donc rester en place.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316736"/>
            <a:ext cx="6062472" cy="4103341"/>
          </a:xfrm>
          <a:prstGeom prst="roundRect">
            <a:avLst>
              <a:gd name="adj" fmla="val 89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371600"/>
            <a:ext cx="5952744" cy="3993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Créer l’inventaire et son code d’accès.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+ Nouvel inventaire ».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 le tableau de bord du site ou l’accueil de l’application.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nom.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sert à retrouver l’inventaire. Le N° d’inventaire est généré automatiquement.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code d’accès.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Code inventaire » dans l’application. Quatre caractères au moins. « Générer » en propose un.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Avec ou sans balises.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Avec, plusieurs personnes comptent en parallèle. L’avancement se lit par rayon. Sans, on scanne directement les articles.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À la création seulement.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choix ne se change plus ensuite.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Nouvel inventaire,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 l’application.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Affecter les balises aux emplacements.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1883664"/>
            <a:ext cx="10725912" cy="2651693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38528"/>
            <a:ext cx="10616184" cy="25419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plage.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Elle relie une suite de balises à un emplacement : 1050 à 1069, la réserve.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443984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Set up, « Zone de comptage ».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question d’abord : « Avez-vous vos balises ? » Si non, le volet propose d’en imprimer une planche.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56448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Affecter une plage.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emplacement, une balise de début, une balise de fin. « Une seule balise » rattache une étiquette isolée.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Importer le référentiel articles et le stock théorique.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référentiel articles, requis.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relie chaque code à un libellé. Sans lui, tout scan ressort en « article inconnu ».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stock théorique, optionnel.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donne les quantités attendues. Lui seul fait apparaître l’écart entre compté et attendu.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CSV ou Excel, sans retouche.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en-têtes courants sont reconnus : SKU ou Code article, Code-barres ou EAN, Libellé ou Désignation, Quantité ou Qté.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modèles.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Boîte à outils du site fournit les deux fichiers, colonnes nommées et codes au format Texte.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3491036"/>
          </a:xfrm>
          <a:prstGeom prst="roundRect">
            <a:avLst>
              <a:gd name="adj" fmla="val 104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3381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740460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Set up, « Données d’inventaire » : les deux fichiers chargés, puis les colonnes du référentiel.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Faire entrer l’équipe dans l’inventaire.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Ajouter quelqu’un à cet inventaire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l’onglet Équipe, parmi les personnes du magasin. Elle entre comme compteur ou co-superviseur.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e-mail la prévient.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 téléphone aussi, si les notifications sont activées.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Sans l’ajouter.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N° d’inventaire et le code d’accès suffisent pour rejoindre l’inventaire depuis l’application.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Depuis le téléphone.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Fiche de l’inventaire, « Partager les identifiants ».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2911442"/>
          </a:xfrm>
          <a:prstGeom prst="roundRect">
            <a:avLst>
              <a:gd name="adj" fmla="val 125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28017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160866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Équipe : les identifiants à communiquer, puis les membres.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« Commencer l’inventaire » termine la préparation.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1883664"/>
            <a:ext cx="10725912" cy="2909976"/>
          </a:xfrm>
          <a:prstGeom prst="roundRect">
            <a:avLst>
              <a:gd name="adj" fmla="val 125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38528"/>
            <a:ext cx="10616184" cy="28002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104536"/>
            <a:ext cx="5157216" cy="11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Toujours depuis le site.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l’onglet Set up, le bouton s’active dès que le référentiel articles est chargé.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qu’il signale.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L’équipe peut compter. Le statut passe de « Ouverte » à « En cours ».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00216" y="5104536"/>
            <a:ext cx="5157216" cy="11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Ensuite.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site ouvre l’onglet Suivi. Depuis Set up, « Suivre l’avancement » y ramène.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Rien n’est figé.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cours de comptage, un fichier se remplace et une plage de balises se réaffecte.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Retrouver ou rejoindre son inventaire.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l’a ajouté.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L’inventaire est dans « Mes inventaires ». Il suffit de le toucher.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lui a donné les identifiants.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les saisit sous « Rejoindre un autre inventaire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liste est vide.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sera prévenu dès que le superviseur l’ajoutera.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Quitter.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L’inventaire sort de sa liste. Ce qu’il a compté reste enregistré.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771869"/>
            <a:ext cx="3200400" cy="442776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082765"/>
            <a:ext cx="2578608" cy="41168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D’abord, la balise du rayon.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Scanner l’étiquette.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code QR se lit à la caméra. On peut aussi saisir le numéro, puis toucher « Ouvrir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zone s’ouvre.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bandeau l’indique, avec l’emplacement et le numéro. Les articles scannés ensuite y sont comptés.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Aucune photo.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caméra lit les codes. Elle n’enregistre aucune image.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Trop sombre ?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lampe s’allume depuis l’écran.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2702920"/>
            <a:ext cx="3200400" cy="3496712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3013816"/>
            <a:ext cx="2578608" cy="3185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Puis les articles :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chaque lecture ajoute une pièce.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596896"/>
            <a:ext cx="576072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mode de scan.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caméra, la saisie manuelle ou une douchette Bluetooth appairée au téléphone.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choix, en haut de l’écran.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reste le même pour tout le comptage. La douchette va bien plus vite sur un gros rayon.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Corriger une quantité.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la liste des articles scannés, + ajoute une pièce, − en retire une. Rien n’est effacé : chaque correction est une ligne de plus.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L’écran de comptage,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balise 1000 ouverte.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rayon est fini : clôturer la balise.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bouton rouge.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Clôturer la balise », sous la liste des articles scannés.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Rien à envoyer.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Avec du réseau, le superviseur voit déjà les pièces.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bilan, la première fois.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pièces et les références de la balise s’affichent.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 rayon suivant.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Toucher « Balise suivante », puis scanner son étiquette.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Première balise terminée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bilan du rayon.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Revenir sur une balise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déjà comptée.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325880"/>
          </a:xfrm>
          <a:prstGeom prst="roundRect">
            <a:avLst>
              <a:gd name="adj" fmla="val 2759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Annuler ou recompter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Annuler le comptage » défait seulement ce qu’a scanné ce téléphone. « Recompter à zéro » vide la balise pour toute l’équipe.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Rouvrir.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liste « Revenir sur une balise » reprend les balises terminées. Scanner à nouveau l’étiquette a le même effet.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L’écran fait le point.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affiche les pièces enregistrées, puis propose deux choix.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Compléter le comptage.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pièces restent et les nouvelles s’ajoutent. La liste des articles déjà comptés s’ouvre, pour ne rien scanner deux fois.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Recompter à zéro.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seconde confirmation est demandée.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balise non clôturée.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L’écran prévient : quelqu’un pourrait encore être dessus.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que l’écran propose en cas d’imprévu.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Balise hors plage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Son numéro n’est dans aucune plage de l’inventaire. « Ajouter » permet de compter aussitôt. Le superviseur lui donnera un emplacement.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Article inconnu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code n’est pas dans le référentiel articles. On l’ajoute, avec un prix d’achat à 0 €.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Tous les appareils sont pris.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comptage attend. L’écran se débloque seul dès qu’une place se libère.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332" y="1325880"/>
            <a:ext cx="199210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2452" y="5641848"/>
            <a:ext cx="2357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Balise hors plage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Ajouter » pour compter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de suite.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Compter sans réseau.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bandeau prévient.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Hors ligne — le comptage continue ». Les scans attendent sur le téléphone.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L’envoi est automatique.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Tout part dès que la connexion revient.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Balises comptées » et « En attente ».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première liste vient du serveur : ce travail est enregistré. La seconde est encore sur le téléphone.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Avant de quitter le magasin.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Retrouver du réseau, puis vérifier que « En attente » est vide.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demande le réseau.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Annuler un comptage et recompter à zéro. Une balise hors plage ne se signale qu’en ligne.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Balises comptées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est déjà sur le serveur.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pendant le comptage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suivi en direct, sur le site.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34747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progression.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part des balises comptées, puis auditées, et ce qui reste à compter.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L’avancement par zone.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ligne par emplacement. Un clic montre ses balises, un second leur contenu.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derniers scans.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lecture s’affiche aussitôt, marquée comptage ou audit.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 appareils, pas des personnes.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suivi affiche le nombre d’appareils connectés. Aucun nom n’apparaît.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balise laissée ouverte.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site permet de la marquer comptée, sans passer par le téléphone.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2157984"/>
            <a:ext cx="6793992" cy="326775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212848"/>
            <a:ext cx="6684264" cy="31580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8304" y="5517178"/>
            <a:ext cx="668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Suivi : appareils connectés, pièces comptées, avancement par zone, derniers scans.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L’audit : un second comptage, pour vérifier.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 demande.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recompte un rayon déjà compté. Le superviseur dit quand.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Auditer des articles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L’en-tête passe au jaune. Puis les mêmes gestes : la balise, les articles, la clôture.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Après la clôture de l’audit.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L’écart de la balise se calcule à ce moment-là. Avant, un article pas encore audité passerait pour manquant.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Ma progression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compter ou auditer.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après l’audit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Arbitrer les écarts entre comptage et audit.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Écarts d’audit.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Chaque article dont les deux quantités diffèrent, rangé par balise.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calcul.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Quantité de l’auditeur moins celle du compteur.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 chaque ligne.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clic retient la quantité du compteur ou de l’auditeur. Une autre quantité se saisit, puis « Retenir ».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décision qui tient.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nouveau comptage n’écrase pas un arbitrage. « Annuler l’arbitrage » la remet en écart.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3629216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3519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878640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Écarts d’audit : trois écarts à traiter.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pour finir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 rapport, puis le fichier Excel.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Quatre totaux.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Stock théorique, stock compté, écart en unités, écart en valeur d’achat.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Une ligne par article.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Théorique, compté, écart, valeur et statut. La recherche prend un libellé, un SKU ou un EAN.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Non compté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article attendu que personne n’a scanné. Ce statut n’existe qu’avec le stock théorique.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quantité retenue.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L’arbitrage, sinon l’auditeur, sinon le compteur.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« Télécharger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fichier Excel à deux feuilles : « Écarts » et « Détail par zone ». L’application exporte le même fichier.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2770279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26605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019703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Onglet Rapport : les totaux, puis le détail par article.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Superviseur · pour finir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Clôturer : l’inventaire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passe en lecture seule.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4D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 mois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après la clôture, l’inventaire est archivé. Le détail des scans s’efface ; le rapport et les écarts restent.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0640" y="1417320"/>
            <a:ext cx="4023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Qui clôture.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créateur de l’inventaire ou l’administrateur d’entreprise. Eux seuls le voient ensuite.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 qui change.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Plus aucun scan n’est accepté, même d’un téléphone resté ouvert.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Avant de confirmer.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L’application dit combien de balises n’ont pas été comptées. Elles vaudront zéro dans le rapport.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Rouvrir ou supprimer.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Ils peuvent le rouvrir tant qu’il n’est pas archivé. La suppression efface tout, sans retour.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fiche de l’inventaire,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côté superviseur.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Pour tous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 que contient « Mon compte ».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 profil.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 nom, le mot de passe, la double authentification.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Télécharger mes données.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Profil, inventaires, invitations et demandes, dans un fichier lisible.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Revoir les repères.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explications du premier passage reviennent une fois, sur ce téléphone.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Supprimer mon compte.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Dans « Mon profil ». Une demande part. Après traitement, le compte est supprimé. Ses comptages restent, anonymisés.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771869"/>
            <a:ext cx="3200400" cy="442776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082765"/>
            <a:ext cx="2578608" cy="41168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À vérifier la veille de l’inventaire.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balises sont collées et affectées. Les fichiers sont importés. Chaque compteur s’est connecté une fois. Il ne reste qu’à commencer.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Une question : contact@quantinvo.com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Les écrans de l’application se revoient sur le site : Boîte à outils, « Prise en main de l’application ».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prise en main</dc:title>
  <dc:subject>PptxGenJS Presentation</dc:subject>
  <dc:creator>Devkaylab</dc:creator>
  <cp:lastModifiedBy>Devkaylab</cp:lastModifiedBy>
  <cp:revision>1</cp:revision>
  <dcterms:created xsi:type="dcterms:W3CDTF">2026-09-27T18:20:02Z</dcterms:created>
  <dcterms:modified xsi:type="dcterms:W3CDTF">2026-09-27T18:20:02Z</dcterms:modified>
</cp:coreProperties>
</file>
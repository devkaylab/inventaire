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septembre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75F5C"/>
                </a:solidFill>
                <a:latin typeface="Public Sans" pitchFamily="34" charset="0"/>
                <a:ea typeface="Public Sans" pitchFamily="34" charset="-122"/>
                <a:cs typeface="Public Sans"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2E5E1"/>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2E5E1"/>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14181A"/>
                </a:solidFill>
                <a:latin typeface="Archivo" pitchFamily="34" charset="0"/>
                <a:ea typeface="Archivo" pitchFamily="34" charset="-122"/>
                <a:cs typeface="Archivo"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1E4D3B"/>
                </a:solidFill>
                <a:latin typeface="Public Sans" pitchFamily="34" charset="0"/>
                <a:ea typeface="Public Sans" pitchFamily="34" charset="-122"/>
                <a:cs typeface="Public Sans"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A423F"/>
                </a:solidFill>
                <a:latin typeface="Public Sans" pitchFamily="34" charset="0"/>
                <a:ea typeface="Public Sans" pitchFamily="34" charset="-122"/>
                <a:cs typeface="Public Sans"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2E5E1"/>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Avant de commencer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chivo" pitchFamily="34" charset="0"/>
                <a:ea typeface="Archivo" pitchFamily="34" charset="-122"/>
                <a:cs typeface="Archivo"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chivo" pitchFamily="34" charset="0"/>
                <a:ea typeface="Archivo" pitchFamily="34" charset="-122"/>
                <a:cs typeface="Archivo"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Public Sans" pitchFamily="34" charset="0"/>
                <a:ea typeface="Public Sans" pitchFamily="34" charset="-122"/>
                <a:cs typeface="Public Sans"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une fois pour toutes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Une par rayon,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Dans l’ordre des numéros.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Trop plutôt que pas assez.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Elles restent en place.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1396"/>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à chaque inventaire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 référentiel articles.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 stock théorique.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Ce que le second change.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4211"/>
            </a:avLst>
          </a:prstGeom>
          <a:solidFill>
            <a:srgbClr val="F2F3F1"/>
          </a:solidFill>
          <a:ln w="12700">
            <a:solidFill>
              <a:srgbClr val="F2F3F1"/>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A423F"/>
                </a:solidFill>
                <a:latin typeface="Public Sans" pitchFamily="34" charset="0"/>
                <a:ea typeface="Public Sans" pitchFamily="34" charset="-122"/>
                <a:cs typeface="Public Sans"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pendant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pendant et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Superviseur · après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Télécharger.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Regarder « Non compté » d’abord.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Clôturer.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Supprimer.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7EDE9"/>
                </a:solidFill>
                <a:latin typeface="Archivo" pitchFamily="34" charset="0"/>
                <a:ea typeface="Archivo" pitchFamily="34" charset="-122"/>
                <a:cs typeface="Archivo"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14181A"/>
                </a:solidFill>
                <a:latin typeface="Archivo" pitchFamily="34" charset="0"/>
                <a:ea typeface="Archivo" pitchFamily="34" charset="-122"/>
                <a:cs typeface="Archivo"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A423F"/>
                </a:solidFill>
                <a:latin typeface="Public Sans" pitchFamily="34" charset="0"/>
                <a:ea typeface="Public Sans" pitchFamily="34" charset="-122"/>
                <a:cs typeface="Public Sans"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On vous a ajouté.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On vous a donné un numéro et un code.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Ensuite.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A423F"/>
                </a:solidFill>
                <a:latin typeface="Public Sans" pitchFamily="34" charset="0"/>
                <a:ea typeface="Public Sans" pitchFamily="34" charset="-122"/>
                <a:cs typeface="Public Sans" pitchFamily="34" charset="-120"/>
              </a:rPr>
              <a:t>Le bouton rouge, en haut de l'écran ou en bas de la liste. Il dit « j'ai fini ici » : la zone passe en comptée chez le superviseur, et vous passez au rayon suivant.</a:t>
            </a:r>
            <a:endParaRPr lang="en-US" sz="1150" dirty="0"/>
          </a:p>
        </p:txBody>
      </p:sp>
      <p:pic>
        <p:nvPicPr>
          <p:cNvPr id="16"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7" name="Text 13"/>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L'écran de comptage, balise 6 ouverte.</a:t>
            </a:r>
            <a:endParaRPr lang="en-US" sz="1000" dirty="0"/>
          </a:p>
        </p:txBody>
      </p:sp>
      <p:sp>
        <p:nvSpPr>
          <p:cNvPr id="18"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9"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Les chiffres, tout de suite.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 déjà sur le tableau de bord ».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Puis la suivante.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L'écran revient de lui-même sur la lecture de balise. Vous marchez jusqu'au rayon d'après et vous scannez.</a:t>
            </a:r>
            <a:endParaRPr lang="en-US" sz="1200" dirty="0"/>
          </a:p>
        </p:txBody>
      </p:sp>
      <p:pic>
        <p:nvPicPr>
          <p:cNvPr id="8"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9" name="Text 5"/>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75F5C"/>
                </a:solidFill>
                <a:latin typeface="Public Sans" pitchFamily="34" charset="0"/>
                <a:ea typeface="Public Sans" pitchFamily="34" charset="-122"/>
                <a:cs typeface="Public Sans" pitchFamily="34" charset="-120"/>
              </a:rPr>
              <a:t>La feuille de fin de balise.</a:t>
            </a:r>
            <a:endParaRPr lang="en-US" sz="1000" dirty="0"/>
          </a:p>
        </p:txBody>
      </p:sp>
      <p:sp>
        <p:nvSpPr>
          <p:cNvPr id="10"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1"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C'est un second passage.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L'écran change de couleur.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Vous ne voyez pas le premier comptage.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14181A"/>
                </a:solidFill>
                <a:latin typeface="Public Sans" pitchFamily="34" charset="0"/>
                <a:ea typeface="Public Sans" pitchFamily="34" charset="-122"/>
                <a:cs typeface="Public Sans" pitchFamily="34" charset="-120"/>
              </a:rPr>
              <a:t>Vous clôturez pareil. </a:t>
            </a:r>
            <a:pPr indent="0" marL="0">
              <a:lnSpc>
                <a:spcPct val="118000"/>
              </a:lnSpc>
              <a:spcAft>
                <a:spcPts val="1100"/>
              </a:spcAft>
              <a:buNone/>
            </a:pPr>
            <a:r>
              <a:rPr lang="en-US" sz="1200" dirty="0">
                <a:solidFill>
                  <a:srgbClr val="3A423F"/>
                </a:solidFill>
                <a:latin typeface="Public Sans" pitchFamily="34" charset="0"/>
                <a:ea typeface="Public Sans" pitchFamily="34" charset="-122"/>
                <a:cs typeface="Public Sans"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1143"/>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1149"/>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1149"/>
            </a:avLst>
          </a:prstGeom>
          <a:solidFill>
            <a:srgbClr val="F2F3F1"/>
          </a:solidFill>
          <a:ln w="12700">
            <a:solidFill>
              <a:srgbClr val="F2F3F1"/>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1149"/>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Compteur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14181A"/>
                </a:solidFill>
                <a:latin typeface="Archivo" pitchFamily="34" charset="0"/>
                <a:ea typeface="Archivo" pitchFamily="34" charset="-122"/>
                <a:cs typeface="Archivo"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1143"/>
            </a:avLst>
          </a:prstGeom>
          <a:solidFill>
            <a:srgbClr val="F2F3F1"/>
          </a:solidFill>
          <a:ln w="12700">
            <a:solidFill>
              <a:srgbClr val="F2F3F1"/>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prise en main · septembre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2026-09-11T14:01:56Z</dcterms:created>
  <dcterms:modified xsi:type="dcterms:W3CDTF">2026-09-11T14:01:56Z</dcterms:modified>
</cp:coreProperties>
</file>
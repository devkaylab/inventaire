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Une par rayon,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Dans l’ordre des numéros.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Trop plutôt que pas assez.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Elles restent en place.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2792"/>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référentiel articles.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stock théorique.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 que le second change.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8421"/>
            </a:avLst>
          </a:prstGeom>
          <a:solidFill>
            <a:srgbClr val="F4F5F9"/>
          </a:solidFill>
          <a:ln w="12700">
            <a:solidFill>
              <a:srgbClr val="F4F5F9"/>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D4556"/>
                </a:solidFill>
                <a:latin typeface="Inter" pitchFamily="34" charset="0"/>
                <a:ea typeface="Inter" pitchFamily="34" charset="-122"/>
                <a:cs typeface="Inter"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Télécharger.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Regarder « Non compté » d’abord.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Clôturer.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Supprimer.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On vous a ajouté.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On vous a donné un numéro et un code.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Ensuite.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Le bouton rouge, en haut de l'écran ou en bas de la liste. Il dit « j'ai fini ici » : la zone passe en comptée chez le superviseur, et vous passez au rayon suivant.</a:t>
            </a:r>
            <a:endParaRPr lang="en-US" sz="1150" dirty="0"/>
          </a:p>
        </p:txBody>
      </p:sp>
      <p:sp>
        <p:nvSpPr>
          <p:cNvPr id="16" name="Shape 13"/>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17"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8" name="Text 14"/>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L'écran de comptage, balise 6 ouverte.</a:t>
            </a:r>
            <a:endParaRPr lang="en-US" sz="1000" dirty="0"/>
          </a:p>
        </p:txBody>
      </p:sp>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chiffres, tout de suite.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 déjà sur le tableau de bord ».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Puis la suivante.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L'écran revient de lui-même sur la lecture de balise. Vous marchez jusqu'au rayon d'après et vous scannez.</a:t>
            </a:r>
            <a:endParaRPr lang="en-US" sz="1200" dirty="0"/>
          </a:p>
        </p:txBody>
      </p:sp>
      <p:sp>
        <p:nvSpPr>
          <p:cNvPr id="8" name="Shape 5"/>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0" name="Text 6"/>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La feuille de fin de balise.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C'est un second passage.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L'écran change de couleur.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Vous ne voyez pas le premier comptage.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Vous clôturez pareil.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4000"/>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2026-08-30T17:39:26Z</dcterms:created>
  <dcterms:modified xsi:type="dcterms:W3CDTF">2026-08-30T17:39:26Z</dcterms:modified>
</cp:coreProperties>
</file>
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Une par rayon,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Dans l’ordre des numéros.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Trop plutôt que pas assez.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Elles restent en place.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référentiel articles.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stock théorique.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 que le second change.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Public Sans" pitchFamily="34" charset="0"/>
                <a:ea typeface="Public Sans" pitchFamily="34" charset="-122"/>
                <a:cs typeface="Public Sans"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Télécharger.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Regarder « Non compté » d’abord.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Clôturer.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Supprimer.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ajouté.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donné un numéro et un code.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Ensuite.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Les chiffres, tout de 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 déjà sur le tableau de bord ».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Puis la suivante.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C'est un second passage.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L'écran change de couleur.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ne voyez pas le premier comptage.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clôturez pareil.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2026-09-09T21:04:19Z</dcterms:created>
  <dcterms:modified xsi:type="dcterms:W3CDTF">2026-09-09T21:04:19Z</dcterms:modified>
</cp:coreProperties>
</file>
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Un guide illustré complet est remis après la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Application Quantinvo (iOS, Android en cours de publication).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3E6EE"/>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3E6EE"/>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3E6EE"/>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3E6EE"/>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3E6EE"/>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3E6EE"/>
            </a:solidFill>
            <a:prstDash val="solid"/>
          </a:ln>
        </p:spPr>
      </p:sp>
      <p:sp>
        <p:nvSpPr>
          <p:cNvPr id="36" name="Shape 33"/>
          <p:cNvSpPr/>
          <p:nvPr/>
        </p:nvSpPr>
        <p:spPr>
          <a:xfrm>
            <a:off x="5394960" y="4846320"/>
            <a:ext cx="6062472" cy="1097280"/>
          </a:xfrm>
          <a:prstGeom prst="roundRect">
            <a:avLst>
              <a:gd name="adj" fmla="val 6667"/>
            </a:avLst>
          </a:prstGeom>
          <a:solidFill>
            <a:srgbClr val="F4F5F9"/>
          </a:solidFill>
          <a:ln w="12700">
            <a:solidFill>
              <a:srgbClr val="F4F5F9"/>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Où prendre 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www.quantinvo.com/open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lien d’invitation y mène tout seul.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Par votre catalogue, l’étape disparaît.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Si vous distribuez par MDM, l'application est déjà là quand la personne ouvre son lien. C'est le chemin recommandé pour un parc géré — la page suivante le détaille.</a:t>
            </a:r>
            <a:endParaRPr lang="en-US" sz="1200" dirty="0"/>
          </a:p>
        </p:txBody>
      </p:sp>
      <p:sp>
        <p:nvSpPr>
          <p:cNvPr id="8" name="Shape 5"/>
          <p:cNvSpPr/>
          <p:nvPr/>
        </p:nvSpPr>
        <p:spPr>
          <a:xfrm>
            <a:off x="6858000" y="1371600"/>
            <a:ext cx="2044624" cy="4297680"/>
          </a:xfrm>
          <a:prstGeom prst="roundRect">
            <a:avLst>
              <a:gd name="adj" fmla="val 134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10" name="Text 6"/>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www.quantinvo.com/open, vu d’un téléphone.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mise en place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3E6EE"/>
            </a:solidFill>
            <a:prstDash val="solid"/>
          </a:ln>
        </p:spPr>
      </p:sp>
      <p:sp>
        <p:nvSpPr>
          <p:cNvPr id="8" name="Text 5"/>
          <p:cNvSpPr/>
          <p:nvPr/>
        </p:nvSpPr>
        <p:spPr>
          <a:xfrm>
            <a:off x="731520"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7619"/>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préparation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Aucune installation sur les postes.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Deux fichiers, et c’est prêt.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balises sortent en PDF.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182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prise en main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En transit et au repos.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Sur le téléphone.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Site.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Journal.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Suivi d’activité.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Effacement.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audits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4636B0"/>
                </a:solidFill>
                <a:latin typeface="Arial" pitchFamily="34" charset="0"/>
                <a:ea typeface="Arial" pitchFamily="34" charset="-122"/>
                <a:cs typeface="Arial"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Conformité RGPD et sécurité.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Modélisation de menaces du parcours de l’argent.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Revue des surfaces serveur.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Publication sur Google Play.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La fiche de déploiement MDM pour l'équipe parc. La politique de confidentialité, les clauses article 28 et les synthèses d'audit pour votre DPO. Le guide de prise en main pour vos superviseurs.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2026-08-30T17:39:23Z</dcterms:created>
  <dcterms:modified xsi:type="dcterms:W3CDTF">2026-08-30T17:39:23Z</dcterms:modified>
</cp:coreProperties>
</file>